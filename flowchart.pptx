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708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600"/>
    <a:srgbClr val="013A57"/>
    <a:srgbClr val="009FE3"/>
    <a:srgbClr val="007AC2"/>
    <a:srgbClr val="97C141"/>
    <a:srgbClr val="94BF40"/>
    <a:srgbClr val="344044"/>
    <a:srgbClr val="D9AFA0"/>
    <a:srgbClr val="E2E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87651" autoAdjust="0"/>
  </p:normalViewPr>
  <p:slideViewPr>
    <p:cSldViewPr snapToGrid="0">
      <p:cViewPr>
        <p:scale>
          <a:sx n="75" d="100"/>
          <a:sy n="75" d="100"/>
        </p:scale>
        <p:origin x="1830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C1966-9873-2249-9831-86210A4F8C59}" type="datetimeFigureOut">
              <a:rPr lang="nl-NL" smtClean="0"/>
              <a:t>9-5-2025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3ACA5-9AC6-2446-9AB4-BB31A19000DE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6124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4E258-BAFF-D81A-847B-99E9679CA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02637-291F-0943-F007-D09F898DE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AAD44-685D-7264-5BD0-94434FDE6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4652F-C2CD-AB1A-39FB-12439C985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3ACA5-9AC6-2446-9AB4-BB31A19000DE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6635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Afbeelding 12" descr="Afbeelding met schermopname, tekst, persoon&#10;&#10;Automatisch gegenereerde beschrijving">
            <a:extLst>
              <a:ext uri="{FF2B5EF4-FFF2-40B4-BE49-F238E27FC236}">
                <a16:creationId xmlns:a16="http://schemas.microsoft.com/office/drawing/2014/main" id="{5BEAE98A-2E45-47B1-8C51-DE9E97FC98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000" y="-2"/>
            <a:ext cx="11844420" cy="686520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4FF81D39-7A8A-8FBF-5C22-539C2AD1CEB3}"/>
              </a:ext>
            </a:extLst>
          </p:cNvPr>
          <p:cNvSpPr/>
          <p:nvPr userDrawn="1"/>
        </p:nvSpPr>
        <p:spPr>
          <a:xfrm>
            <a:off x="0" y="3763108"/>
            <a:ext cx="360000" cy="3094892"/>
          </a:xfrm>
          <a:prstGeom prst="rect">
            <a:avLst/>
          </a:prstGeom>
          <a:solidFill>
            <a:srgbClr val="013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11B99361-0EF7-1B78-18B2-D53E5F3483DE}"/>
              </a:ext>
            </a:extLst>
          </p:cNvPr>
          <p:cNvSpPr/>
          <p:nvPr userDrawn="1"/>
        </p:nvSpPr>
        <p:spPr>
          <a:xfrm>
            <a:off x="0" y="0"/>
            <a:ext cx="360000" cy="828000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1DEFA239-77FE-A91D-7F4A-BE09CAB6C166}"/>
              </a:ext>
            </a:extLst>
          </p:cNvPr>
          <p:cNvSpPr/>
          <p:nvPr userDrawn="1"/>
        </p:nvSpPr>
        <p:spPr>
          <a:xfrm>
            <a:off x="0" y="828000"/>
            <a:ext cx="360000" cy="293510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4" name="Afbeelding 13" descr="Afbeelding met cirkel&#10;&#10;Automatisch gegenereerde beschrijving">
            <a:extLst>
              <a:ext uri="{FF2B5EF4-FFF2-40B4-BE49-F238E27FC236}">
                <a16:creationId xmlns:a16="http://schemas.microsoft.com/office/drawing/2014/main" id="{3E035D1D-B337-584D-F9CD-2731F4BF95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alphaModFix amt="8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0000" y="0"/>
            <a:ext cx="7355120" cy="6030000"/>
          </a:xfrm>
          <a:prstGeom prst="rect">
            <a:avLst/>
          </a:prstGeom>
        </p:spPr>
      </p:pic>
      <p:pic>
        <p:nvPicPr>
          <p:cNvPr id="3" name="Picture 2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01C09D85-E88F-A5BC-EB0E-11C39B0D60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3472" t="20390" r="28589" b="20389"/>
          <a:stretch/>
        </p:blipFill>
        <p:spPr>
          <a:xfrm>
            <a:off x="7450629" y="314326"/>
            <a:ext cx="4381371" cy="2133600"/>
          </a:xfrm>
          <a:prstGeom prst="rect">
            <a:avLst/>
          </a:prstGeom>
        </p:spPr>
      </p:pic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380DCAE7-59B5-FB18-A914-462EB02F724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38159" y="5086350"/>
            <a:ext cx="5257841" cy="126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op m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884B08-52B0-8028-3A87-F3BEF088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252000"/>
            <a:ext cx="10515600" cy="720000"/>
          </a:xfrm>
        </p:spPr>
        <p:txBody>
          <a:bodyPr/>
          <a:lstStyle>
            <a:lvl1pPr>
              <a:defRPr baseline="0">
                <a:solidFill>
                  <a:srgbClr val="013A5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FB21CDA-16E8-D6D0-6012-3E0F2553E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000" y="1440000"/>
            <a:ext cx="10515600" cy="4351338"/>
          </a:xfrm>
        </p:spPr>
        <p:txBody>
          <a:bodyPr/>
          <a:lstStyle>
            <a:lvl1pPr>
              <a:buClr>
                <a:srgbClr val="009FE3"/>
              </a:buClr>
              <a:defRPr/>
            </a:lvl1pPr>
            <a:lvl2pPr>
              <a:buClr>
                <a:srgbClr val="009FE3"/>
              </a:buClr>
              <a:defRPr/>
            </a:lvl2pPr>
            <a:lvl3pPr>
              <a:buClr>
                <a:srgbClr val="009FE3"/>
              </a:buClr>
              <a:defRPr/>
            </a:lvl3pPr>
            <a:lvl4pPr>
              <a:buClr>
                <a:srgbClr val="009FE3"/>
              </a:buClr>
              <a:defRPr/>
            </a:lvl4pPr>
            <a:lvl5pPr>
              <a:buClr>
                <a:srgbClr val="009FE3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132CD46E-1F47-BF23-11F2-D5095092A37A}"/>
              </a:ext>
            </a:extLst>
          </p:cNvPr>
          <p:cNvSpPr/>
          <p:nvPr userDrawn="1"/>
        </p:nvSpPr>
        <p:spPr>
          <a:xfrm>
            <a:off x="0" y="3763108"/>
            <a:ext cx="360000" cy="3094892"/>
          </a:xfrm>
          <a:prstGeom prst="rect">
            <a:avLst/>
          </a:prstGeom>
          <a:solidFill>
            <a:srgbClr val="013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B71ED52C-4621-4229-9207-13CD9F038CDC}"/>
              </a:ext>
            </a:extLst>
          </p:cNvPr>
          <p:cNvSpPr/>
          <p:nvPr userDrawn="1"/>
        </p:nvSpPr>
        <p:spPr>
          <a:xfrm>
            <a:off x="0" y="0"/>
            <a:ext cx="360000" cy="828000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CDCFBABF-EE7D-C343-1C54-FEF4BA2E2C23}"/>
              </a:ext>
            </a:extLst>
          </p:cNvPr>
          <p:cNvSpPr/>
          <p:nvPr userDrawn="1"/>
        </p:nvSpPr>
        <p:spPr>
          <a:xfrm>
            <a:off x="0" y="828000"/>
            <a:ext cx="360000" cy="293510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97460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op zonder balk me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01A5-3A84-4972-5B98-56FE09E9B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252000"/>
            <a:ext cx="10515600" cy="72000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nl-NL" sz="4400" kern="1200" baseline="0" dirty="0">
                <a:solidFill>
                  <a:srgbClr val="013A57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3FC19894-934F-7AB0-EAB0-127E78A9ABC4}"/>
              </a:ext>
            </a:extLst>
          </p:cNvPr>
          <p:cNvSpPr/>
          <p:nvPr userDrawn="1"/>
        </p:nvSpPr>
        <p:spPr>
          <a:xfrm>
            <a:off x="0" y="3763108"/>
            <a:ext cx="360000" cy="3094892"/>
          </a:xfrm>
          <a:prstGeom prst="rect">
            <a:avLst/>
          </a:prstGeom>
          <a:solidFill>
            <a:srgbClr val="013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4630E053-44B6-E0EE-7891-BCE628B91340}"/>
              </a:ext>
            </a:extLst>
          </p:cNvPr>
          <p:cNvSpPr/>
          <p:nvPr userDrawn="1"/>
        </p:nvSpPr>
        <p:spPr>
          <a:xfrm>
            <a:off x="0" y="0"/>
            <a:ext cx="360000" cy="828000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1C74B0A3-8A37-4AE6-66E6-9DE824C0D5DE}"/>
              </a:ext>
            </a:extLst>
          </p:cNvPr>
          <p:cNvSpPr/>
          <p:nvPr userDrawn="1"/>
        </p:nvSpPr>
        <p:spPr>
          <a:xfrm>
            <a:off x="0" y="828000"/>
            <a:ext cx="360000" cy="293510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4336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 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2FAC6A0E-6321-BFEC-4908-558D2A1F22CD}"/>
              </a:ext>
            </a:extLst>
          </p:cNvPr>
          <p:cNvSpPr/>
          <p:nvPr userDrawn="1"/>
        </p:nvSpPr>
        <p:spPr>
          <a:xfrm>
            <a:off x="0" y="3763108"/>
            <a:ext cx="360000" cy="3094892"/>
          </a:xfrm>
          <a:prstGeom prst="rect">
            <a:avLst/>
          </a:prstGeom>
          <a:solidFill>
            <a:srgbClr val="013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C5BEDBF3-7AFF-B566-22E0-9873CC1E3B0A}"/>
              </a:ext>
            </a:extLst>
          </p:cNvPr>
          <p:cNvSpPr/>
          <p:nvPr userDrawn="1"/>
        </p:nvSpPr>
        <p:spPr>
          <a:xfrm>
            <a:off x="0" y="0"/>
            <a:ext cx="360000" cy="828000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E341551C-E968-44D7-79F7-D1F929402509}"/>
              </a:ext>
            </a:extLst>
          </p:cNvPr>
          <p:cNvSpPr/>
          <p:nvPr userDrawn="1"/>
        </p:nvSpPr>
        <p:spPr>
          <a:xfrm>
            <a:off x="0" y="828000"/>
            <a:ext cx="360000" cy="293510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69501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fotocir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10">
            <a:extLst>
              <a:ext uri="{FF2B5EF4-FFF2-40B4-BE49-F238E27FC236}">
                <a16:creationId xmlns:a16="http://schemas.microsoft.com/office/drawing/2014/main" id="{4FA595E0-EC6E-C57E-7557-9B42D27CC42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7865" y="-9939"/>
            <a:ext cx="7276596" cy="5970975"/>
          </a:xfrm>
          <a:custGeom>
            <a:avLst/>
            <a:gdLst>
              <a:gd name="connsiteX0" fmla="*/ 0 w 7804688"/>
              <a:gd name="connsiteY0" fmla="*/ 0 h 7898992"/>
              <a:gd name="connsiteX1" fmla="*/ 3902344 w 7804688"/>
              <a:gd name="connsiteY1" fmla="*/ 0 h 7898992"/>
              <a:gd name="connsiteX2" fmla="*/ 4596539 w 7804688"/>
              <a:gd name="connsiteY2" fmla="*/ 0 h 7898992"/>
              <a:gd name="connsiteX3" fmla="*/ 4596539 w 7804688"/>
              <a:gd name="connsiteY3" fmla="*/ 63564 h 7898992"/>
              <a:gd name="connsiteX4" fmla="*/ 4688802 w 7804688"/>
              <a:gd name="connsiteY4" fmla="*/ 80240 h 7898992"/>
              <a:gd name="connsiteX5" fmla="*/ 7804688 w 7804688"/>
              <a:gd name="connsiteY5" fmla="*/ 3949496 h 7898992"/>
              <a:gd name="connsiteX6" fmla="*/ 3902344 w 7804688"/>
              <a:gd name="connsiteY6" fmla="*/ 7898992 h 7898992"/>
              <a:gd name="connsiteX7" fmla="*/ 666459 w 7804688"/>
              <a:gd name="connsiteY7" fmla="*/ 6157697 h 7898992"/>
              <a:gd name="connsiteX8" fmla="*/ 565204 w 7804688"/>
              <a:gd name="connsiteY8" fmla="*/ 5997845 h 7898992"/>
              <a:gd name="connsiteX9" fmla="*/ 0 w 7804688"/>
              <a:gd name="connsiteY9" fmla="*/ 5997845 h 7898992"/>
              <a:gd name="connsiteX10" fmla="*/ 0 w 7804688"/>
              <a:gd name="connsiteY10" fmla="*/ 3949496 h 7898992"/>
              <a:gd name="connsiteX0" fmla="*/ 0 w 7804688"/>
              <a:gd name="connsiteY0" fmla="*/ 0 h 7898992"/>
              <a:gd name="connsiteX1" fmla="*/ 3902344 w 7804688"/>
              <a:gd name="connsiteY1" fmla="*/ 0 h 7898992"/>
              <a:gd name="connsiteX2" fmla="*/ 4596539 w 7804688"/>
              <a:gd name="connsiteY2" fmla="*/ 0 h 7898992"/>
              <a:gd name="connsiteX3" fmla="*/ 4596539 w 7804688"/>
              <a:gd name="connsiteY3" fmla="*/ 63564 h 7898992"/>
              <a:gd name="connsiteX4" fmla="*/ 4688802 w 7804688"/>
              <a:gd name="connsiteY4" fmla="*/ 80240 h 7898992"/>
              <a:gd name="connsiteX5" fmla="*/ 7804688 w 7804688"/>
              <a:gd name="connsiteY5" fmla="*/ 3949496 h 7898992"/>
              <a:gd name="connsiteX6" fmla="*/ 3902344 w 7804688"/>
              <a:gd name="connsiteY6" fmla="*/ 7898992 h 7898992"/>
              <a:gd name="connsiteX7" fmla="*/ 666459 w 7804688"/>
              <a:gd name="connsiteY7" fmla="*/ 6157697 h 7898992"/>
              <a:gd name="connsiteX8" fmla="*/ 565204 w 7804688"/>
              <a:gd name="connsiteY8" fmla="*/ 5997845 h 7898992"/>
              <a:gd name="connsiteX9" fmla="*/ 600130 w 7804688"/>
              <a:gd name="connsiteY9" fmla="*/ 5997846 h 7898992"/>
              <a:gd name="connsiteX10" fmla="*/ 0 w 7804688"/>
              <a:gd name="connsiteY10" fmla="*/ 3949496 h 7898992"/>
              <a:gd name="connsiteX11" fmla="*/ 0 w 7804688"/>
              <a:gd name="connsiteY11" fmla="*/ 0 h 7898992"/>
              <a:gd name="connsiteX0" fmla="*/ 584741 w 7804688"/>
              <a:gd name="connsiteY0" fmla="*/ 1872897 h 7898992"/>
              <a:gd name="connsiteX1" fmla="*/ 3902344 w 7804688"/>
              <a:gd name="connsiteY1" fmla="*/ 0 h 7898992"/>
              <a:gd name="connsiteX2" fmla="*/ 4596539 w 7804688"/>
              <a:gd name="connsiteY2" fmla="*/ 0 h 7898992"/>
              <a:gd name="connsiteX3" fmla="*/ 4596539 w 7804688"/>
              <a:gd name="connsiteY3" fmla="*/ 63564 h 7898992"/>
              <a:gd name="connsiteX4" fmla="*/ 4688802 w 7804688"/>
              <a:gd name="connsiteY4" fmla="*/ 80240 h 7898992"/>
              <a:gd name="connsiteX5" fmla="*/ 7804688 w 7804688"/>
              <a:gd name="connsiteY5" fmla="*/ 3949496 h 7898992"/>
              <a:gd name="connsiteX6" fmla="*/ 3902344 w 7804688"/>
              <a:gd name="connsiteY6" fmla="*/ 7898992 h 7898992"/>
              <a:gd name="connsiteX7" fmla="*/ 666459 w 7804688"/>
              <a:gd name="connsiteY7" fmla="*/ 6157697 h 7898992"/>
              <a:gd name="connsiteX8" fmla="*/ 565204 w 7804688"/>
              <a:gd name="connsiteY8" fmla="*/ 5997845 h 7898992"/>
              <a:gd name="connsiteX9" fmla="*/ 600130 w 7804688"/>
              <a:gd name="connsiteY9" fmla="*/ 5997846 h 7898992"/>
              <a:gd name="connsiteX10" fmla="*/ 0 w 7804688"/>
              <a:gd name="connsiteY10" fmla="*/ 3949496 h 7898992"/>
              <a:gd name="connsiteX11" fmla="*/ 584741 w 7804688"/>
              <a:gd name="connsiteY11" fmla="*/ 1872897 h 7898992"/>
              <a:gd name="connsiteX0" fmla="*/ 19537 w 7239484"/>
              <a:gd name="connsiteY0" fmla="*/ 1872897 h 7898992"/>
              <a:gd name="connsiteX1" fmla="*/ 3337140 w 7239484"/>
              <a:gd name="connsiteY1" fmla="*/ 0 h 7898992"/>
              <a:gd name="connsiteX2" fmla="*/ 4031335 w 7239484"/>
              <a:gd name="connsiteY2" fmla="*/ 0 h 7898992"/>
              <a:gd name="connsiteX3" fmla="*/ 4031335 w 7239484"/>
              <a:gd name="connsiteY3" fmla="*/ 63564 h 7898992"/>
              <a:gd name="connsiteX4" fmla="*/ 4123598 w 7239484"/>
              <a:gd name="connsiteY4" fmla="*/ 80240 h 7898992"/>
              <a:gd name="connsiteX5" fmla="*/ 7239484 w 7239484"/>
              <a:gd name="connsiteY5" fmla="*/ 3949496 h 7898992"/>
              <a:gd name="connsiteX6" fmla="*/ 3337140 w 7239484"/>
              <a:gd name="connsiteY6" fmla="*/ 7898992 h 7898992"/>
              <a:gd name="connsiteX7" fmla="*/ 101255 w 7239484"/>
              <a:gd name="connsiteY7" fmla="*/ 6157697 h 7898992"/>
              <a:gd name="connsiteX8" fmla="*/ 0 w 7239484"/>
              <a:gd name="connsiteY8" fmla="*/ 5997845 h 7898992"/>
              <a:gd name="connsiteX9" fmla="*/ 34926 w 7239484"/>
              <a:gd name="connsiteY9" fmla="*/ 5997846 h 7898992"/>
              <a:gd name="connsiteX10" fmla="*/ 34926 w 7239484"/>
              <a:gd name="connsiteY10" fmla="*/ 4012985 h 7898992"/>
              <a:gd name="connsiteX11" fmla="*/ 19537 w 7239484"/>
              <a:gd name="connsiteY11" fmla="*/ 1872897 h 7898992"/>
              <a:gd name="connsiteX0" fmla="*/ 19537 w 7239484"/>
              <a:gd name="connsiteY0" fmla="*/ 1872897 h 7898992"/>
              <a:gd name="connsiteX1" fmla="*/ 3090933 w 7239484"/>
              <a:gd name="connsiteY1" fmla="*/ 1872897 h 7898992"/>
              <a:gd name="connsiteX2" fmla="*/ 4031335 w 7239484"/>
              <a:gd name="connsiteY2" fmla="*/ 0 h 7898992"/>
              <a:gd name="connsiteX3" fmla="*/ 4031335 w 7239484"/>
              <a:gd name="connsiteY3" fmla="*/ 63564 h 7898992"/>
              <a:gd name="connsiteX4" fmla="*/ 4123598 w 7239484"/>
              <a:gd name="connsiteY4" fmla="*/ 80240 h 7898992"/>
              <a:gd name="connsiteX5" fmla="*/ 7239484 w 7239484"/>
              <a:gd name="connsiteY5" fmla="*/ 3949496 h 7898992"/>
              <a:gd name="connsiteX6" fmla="*/ 3337140 w 7239484"/>
              <a:gd name="connsiteY6" fmla="*/ 7898992 h 7898992"/>
              <a:gd name="connsiteX7" fmla="*/ 101255 w 7239484"/>
              <a:gd name="connsiteY7" fmla="*/ 6157697 h 7898992"/>
              <a:gd name="connsiteX8" fmla="*/ 0 w 7239484"/>
              <a:gd name="connsiteY8" fmla="*/ 5997845 h 7898992"/>
              <a:gd name="connsiteX9" fmla="*/ 34926 w 7239484"/>
              <a:gd name="connsiteY9" fmla="*/ 5997846 h 7898992"/>
              <a:gd name="connsiteX10" fmla="*/ 34926 w 7239484"/>
              <a:gd name="connsiteY10" fmla="*/ 4012985 h 7898992"/>
              <a:gd name="connsiteX11" fmla="*/ 19537 w 7239484"/>
              <a:gd name="connsiteY11" fmla="*/ 1872897 h 7898992"/>
              <a:gd name="connsiteX0" fmla="*/ 19537 w 7451607"/>
              <a:gd name="connsiteY0" fmla="*/ 1872897 h 7898992"/>
              <a:gd name="connsiteX1" fmla="*/ 3090933 w 7451607"/>
              <a:gd name="connsiteY1" fmla="*/ 1872897 h 7898992"/>
              <a:gd name="connsiteX2" fmla="*/ 4031335 w 7451607"/>
              <a:gd name="connsiteY2" fmla="*/ 0 h 7898992"/>
              <a:gd name="connsiteX3" fmla="*/ 4031335 w 7451607"/>
              <a:gd name="connsiteY3" fmla="*/ 63564 h 7898992"/>
              <a:gd name="connsiteX4" fmla="*/ 4123598 w 7451607"/>
              <a:gd name="connsiteY4" fmla="*/ 80240 h 7898992"/>
              <a:gd name="connsiteX5" fmla="*/ 6636354 w 7451607"/>
              <a:gd name="connsiteY5" fmla="*/ 1761792 h 7898992"/>
              <a:gd name="connsiteX6" fmla="*/ 7239484 w 7451607"/>
              <a:gd name="connsiteY6" fmla="*/ 3949496 h 7898992"/>
              <a:gd name="connsiteX7" fmla="*/ 3337140 w 7451607"/>
              <a:gd name="connsiteY7" fmla="*/ 7898992 h 7898992"/>
              <a:gd name="connsiteX8" fmla="*/ 101255 w 7451607"/>
              <a:gd name="connsiteY8" fmla="*/ 6157697 h 7898992"/>
              <a:gd name="connsiteX9" fmla="*/ 0 w 7451607"/>
              <a:gd name="connsiteY9" fmla="*/ 5997845 h 7898992"/>
              <a:gd name="connsiteX10" fmla="*/ 34926 w 7451607"/>
              <a:gd name="connsiteY10" fmla="*/ 5997846 h 7898992"/>
              <a:gd name="connsiteX11" fmla="*/ 34926 w 7451607"/>
              <a:gd name="connsiteY11" fmla="*/ 4012985 h 7898992"/>
              <a:gd name="connsiteX12" fmla="*/ 19537 w 7451607"/>
              <a:gd name="connsiteY12" fmla="*/ 1872897 h 7898992"/>
              <a:gd name="connsiteX0" fmla="*/ 19537 w 7451607"/>
              <a:gd name="connsiteY0" fmla="*/ 1872897 h 7898992"/>
              <a:gd name="connsiteX1" fmla="*/ 3090933 w 7451607"/>
              <a:gd name="connsiteY1" fmla="*/ 1872897 h 7898992"/>
              <a:gd name="connsiteX2" fmla="*/ 4031335 w 7451607"/>
              <a:gd name="connsiteY2" fmla="*/ 0 h 7898992"/>
              <a:gd name="connsiteX3" fmla="*/ 4031335 w 7451607"/>
              <a:gd name="connsiteY3" fmla="*/ 63564 h 7898992"/>
              <a:gd name="connsiteX4" fmla="*/ 4154373 w 7451607"/>
              <a:gd name="connsiteY4" fmla="*/ 1826161 h 7898992"/>
              <a:gd name="connsiteX5" fmla="*/ 6636354 w 7451607"/>
              <a:gd name="connsiteY5" fmla="*/ 1761792 h 7898992"/>
              <a:gd name="connsiteX6" fmla="*/ 7239484 w 7451607"/>
              <a:gd name="connsiteY6" fmla="*/ 3949496 h 7898992"/>
              <a:gd name="connsiteX7" fmla="*/ 3337140 w 7451607"/>
              <a:gd name="connsiteY7" fmla="*/ 7898992 h 7898992"/>
              <a:gd name="connsiteX8" fmla="*/ 101255 w 7451607"/>
              <a:gd name="connsiteY8" fmla="*/ 6157697 h 7898992"/>
              <a:gd name="connsiteX9" fmla="*/ 0 w 7451607"/>
              <a:gd name="connsiteY9" fmla="*/ 5997845 h 7898992"/>
              <a:gd name="connsiteX10" fmla="*/ 34926 w 7451607"/>
              <a:gd name="connsiteY10" fmla="*/ 5997846 h 7898992"/>
              <a:gd name="connsiteX11" fmla="*/ 34926 w 7451607"/>
              <a:gd name="connsiteY11" fmla="*/ 4012985 h 7898992"/>
              <a:gd name="connsiteX12" fmla="*/ 19537 w 7451607"/>
              <a:gd name="connsiteY12" fmla="*/ 1872897 h 7898992"/>
              <a:gd name="connsiteX0" fmla="*/ 19537 w 7451607"/>
              <a:gd name="connsiteY0" fmla="*/ 1872897 h 7898992"/>
              <a:gd name="connsiteX1" fmla="*/ 3090933 w 7451607"/>
              <a:gd name="connsiteY1" fmla="*/ 1872897 h 7898992"/>
              <a:gd name="connsiteX2" fmla="*/ 4031335 w 7451607"/>
              <a:gd name="connsiteY2" fmla="*/ 0 h 7898992"/>
              <a:gd name="connsiteX3" fmla="*/ 3508145 w 7451607"/>
              <a:gd name="connsiteY3" fmla="*/ 1825357 h 7898992"/>
              <a:gd name="connsiteX4" fmla="*/ 4154373 w 7451607"/>
              <a:gd name="connsiteY4" fmla="*/ 1826161 h 7898992"/>
              <a:gd name="connsiteX5" fmla="*/ 6636354 w 7451607"/>
              <a:gd name="connsiteY5" fmla="*/ 1761792 h 7898992"/>
              <a:gd name="connsiteX6" fmla="*/ 7239484 w 7451607"/>
              <a:gd name="connsiteY6" fmla="*/ 3949496 h 7898992"/>
              <a:gd name="connsiteX7" fmla="*/ 3337140 w 7451607"/>
              <a:gd name="connsiteY7" fmla="*/ 7898992 h 7898992"/>
              <a:gd name="connsiteX8" fmla="*/ 101255 w 7451607"/>
              <a:gd name="connsiteY8" fmla="*/ 6157697 h 7898992"/>
              <a:gd name="connsiteX9" fmla="*/ 0 w 7451607"/>
              <a:gd name="connsiteY9" fmla="*/ 5997845 h 7898992"/>
              <a:gd name="connsiteX10" fmla="*/ 34926 w 7451607"/>
              <a:gd name="connsiteY10" fmla="*/ 5997846 h 7898992"/>
              <a:gd name="connsiteX11" fmla="*/ 34926 w 7451607"/>
              <a:gd name="connsiteY11" fmla="*/ 4012985 h 7898992"/>
              <a:gd name="connsiteX12" fmla="*/ 19537 w 7451607"/>
              <a:gd name="connsiteY12" fmla="*/ 1872897 h 7898992"/>
              <a:gd name="connsiteX0" fmla="*/ 19537 w 7451607"/>
              <a:gd name="connsiteY0" fmla="*/ 381401 h 6407496"/>
              <a:gd name="connsiteX1" fmla="*/ 3090933 w 7451607"/>
              <a:gd name="connsiteY1" fmla="*/ 381401 h 6407496"/>
              <a:gd name="connsiteX2" fmla="*/ 3323489 w 7451607"/>
              <a:gd name="connsiteY2" fmla="*/ 302041 h 6407496"/>
              <a:gd name="connsiteX3" fmla="*/ 3508145 w 7451607"/>
              <a:gd name="connsiteY3" fmla="*/ 333861 h 6407496"/>
              <a:gd name="connsiteX4" fmla="*/ 4154373 w 7451607"/>
              <a:gd name="connsiteY4" fmla="*/ 334665 h 6407496"/>
              <a:gd name="connsiteX5" fmla="*/ 6636354 w 7451607"/>
              <a:gd name="connsiteY5" fmla="*/ 270296 h 6407496"/>
              <a:gd name="connsiteX6" fmla="*/ 7239484 w 7451607"/>
              <a:gd name="connsiteY6" fmla="*/ 2458000 h 6407496"/>
              <a:gd name="connsiteX7" fmla="*/ 3337140 w 7451607"/>
              <a:gd name="connsiteY7" fmla="*/ 6407496 h 6407496"/>
              <a:gd name="connsiteX8" fmla="*/ 101255 w 7451607"/>
              <a:gd name="connsiteY8" fmla="*/ 4666201 h 6407496"/>
              <a:gd name="connsiteX9" fmla="*/ 0 w 7451607"/>
              <a:gd name="connsiteY9" fmla="*/ 4506349 h 6407496"/>
              <a:gd name="connsiteX10" fmla="*/ 34926 w 7451607"/>
              <a:gd name="connsiteY10" fmla="*/ 4506350 h 6407496"/>
              <a:gd name="connsiteX11" fmla="*/ 34926 w 7451607"/>
              <a:gd name="connsiteY11" fmla="*/ 2521489 h 6407496"/>
              <a:gd name="connsiteX12" fmla="*/ 19537 w 7451607"/>
              <a:gd name="connsiteY12" fmla="*/ 381401 h 6407496"/>
              <a:gd name="connsiteX0" fmla="*/ 19537 w 7240513"/>
              <a:gd name="connsiteY0" fmla="*/ 381401 h 6407496"/>
              <a:gd name="connsiteX1" fmla="*/ 3090933 w 7240513"/>
              <a:gd name="connsiteY1" fmla="*/ 381401 h 6407496"/>
              <a:gd name="connsiteX2" fmla="*/ 3323489 w 7240513"/>
              <a:gd name="connsiteY2" fmla="*/ 302041 h 6407496"/>
              <a:gd name="connsiteX3" fmla="*/ 3508145 w 7240513"/>
              <a:gd name="connsiteY3" fmla="*/ 333861 h 6407496"/>
              <a:gd name="connsiteX4" fmla="*/ 4154373 w 7240513"/>
              <a:gd name="connsiteY4" fmla="*/ 334665 h 6407496"/>
              <a:gd name="connsiteX5" fmla="*/ 6636354 w 7240513"/>
              <a:gd name="connsiteY5" fmla="*/ 270296 h 6407496"/>
              <a:gd name="connsiteX6" fmla="*/ 7239484 w 7240513"/>
              <a:gd name="connsiteY6" fmla="*/ 2458000 h 6407496"/>
              <a:gd name="connsiteX7" fmla="*/ 3337140 w 7240513"/>
              <a:gd name="connsiteY7" fmla="*/ 6407496 h 6407496"/>
              <a:gd name="connsiteX8" fmla="*/ 101255 w 7240513"/>
              <a:gd name="connsiteY8" fmla="*/ 4666201 h 6407496"/>
              <a:gd name="connsiteX9" fmla="*/ 0 w 7240513"/>
              <a:gd name="connsiteY9" fmla="*/ 4506349 h 6407496"/>
              <a:gd name="connsiteX10" fmla="*/ 34926 w 7240513"/>
              <a:gd name="connsiteY10" fmla="*/ 4506350 h 6407496"/>
              <a:gd name="connsiteX11" fmla="*/ 34926 w 7240513"/>
              <a:gd name="connsiteY11" fmla="*/ 2521489 h 6407496"/>
              <a:gd name="connsiteX12" fmla="*/ 19537 w 7240513"/>
              <a:gd name="connsiteY12" fmla="*/ 381401 h 6407496"/>
              <a:gd name="connsiteX0" fmla="*/ 19537 w 7252946"/>
              <a:gd name="connsiteY0" fmla="*/ 381401 h 6407496"/>
              <a:gd name="connsiteX1" fmla="*/ 3090933 w 7252946"/>
              <a:gd name="connsiteY1" fmla="*/ 381401 h 6407496"/>
              <a:gd name="connsiteX2" fmla="*/ 3323489 w 7252946"/>
              <a:gd name="connsiteY2" fmla="*/ 302041 h 6407496"/>
              <a:gd name="connsiteX3" fmla="*/ 3508145 w 7252946"/>
              <a:gd name="connsiteY3" fmla="*/ 333861 h 6407496"/>
              <a:gd name="connsiteX4" fmla="*/ 4154373 w 7252946"/>
              <a:gd name="connsiteY4" fmla="*/ 334665 h 6407496"/>
              <a:gd name="connsiteX5" fmla="*/ 6636354 w 7252946"/>
              <a:gd name="connsiteY5" fmla="*/ 270296 h 6407496"/>
              <a:gd name="connsiteX6" fmla="*/ 7239484 w 7252946"/>
              <a:gd name="connsiteY6" fmla="*/ 2458000 h 6407496"/>
              <a:gd name="connsiteX7" fmla="*/ 3337140 w 7252946"/>
              <a:gd name="connsiteY7" fmla="*/ 6407496 h 6407496"/>
              <a:gd name="connsiteX8" fmla="*/ 101255 w 7252946"/>
              <a:gd name="connsiteY8" fmla="*/ 4666201 h 6407496"/>
              <a:gd name="connsiteX9" fmla="*/ 0 w 7252946"/>
              <a:gd name="connsiteY9" fmla="*/ 4506349 h 6407496"/>
              <a:gd name="connsiteX10" fmla="*/ 34926 w 7252946"/>
              <a:gd name="connsiteY10" fmla="*/ 4506350 h 6407496"/>
              <a:gd name="connsiteX11" fmla="*/ 34926 w 7252946"/>
              <a:gd name="connsiteY11" fmla="*/ 2521489 h 6407496"/>
              <a:gd name="connsiteX12" fmla="*/ 19537 w 7252946"/>
              <a:gd name="connsiteY12" fmla="*/ 381401 h 6407496"/>
              <a:gd name="connsiteX0" fmla="*/ 19537 w 7239639"/>
              <a:gd name="connsiteY0" fmla="*/ 381401 h 6407496"/>
              <a:gd name="connsiteX1" fmla="*/ 3090933 w 7239639"/>
              <a:gd name="connsiteY1" fmla="*/ 381401 h 6407496"/>
              <a:gd name="connsiteX2" fmla="*/ 3323489 w 7239639"/>
              <a:gd name="connsiteY2" fmla="*/ 302041 h 6407496"/>
              <a:gd name="connsiteX3" fmla="*/ 3508145 w 7239639"/>
              <a:gd name="connsiteY3" fmla="*/ 333861 h 6407496"/>
              <a:gd name="connsiteX4" fmla="*/ 4154373 w 7239639"/>
              <a:gd name="connsiteY4" fmla="*/ 334665 h 6407496"/>
              <a:gd name="connsiteX5" fmla="*/ 6636354 w 7239639"/>
              <a:gd name="connsiteY5" fmla="*/ 270296 h 6407496"/>
              <a:gd name="connsiteX6" fmla="*/ 7239484 w 7239639"/>
              <a:gd name="connsiteY6" fmla="*/ 2458000 h 6407496"/>
              <a:gd name="connsiteX7" fmla="*/ 3337140 w 7239639"/>
              <a:gd name="connsiteY7" fmla="*/ 6407496 h 6407496"/>
              <a:gd name="connsiteX8" fmla="*/ 101255 w 7239639"/>
              <a:gd name="connsiteY8" fmla="*/ 4666201 h 6407496"/>
              <a:gd name="connsiteX9" fmla="*/ 0 w 7239639"/>
              <a:gd name="connsiteY9" fmla="*/ 4506349 h 6407496"/>
              <a:gd name="connsiteX10" fmla="*/ 34926 w 7239639"/>
              <a:gd name="connsiteY10" fmla="*/ 4506350 h 6407496"/>
              <a:gd name="connsiteX11" fmla="*/ 34926 w 7239639"/>
              <a:gd name="connsiteY11" fmla="*/ 2521489 h 6407496"/>
              <a:gd name="connsiteX12" fmla="*/ 19537 w 7239639"/>
              <a:gd name="connsiteY12" fmla="*/ 381401 h 6407496"/>
              <a:gd name="connsiteX0" fmla="*/ 19537 w 7239639"/>
              <a:gd name="connsiteY0" fmla="*/ 381401 h 6407496"/>
              <a:gd name="connsiteX1" fmla="*/ 3090933 w 7239639"/>
              <a:gd name="connsiteY1" fmla="*/ 381401 h 6407496"/>
              <a:gd name="connsiteX2" fmla="*/ 3323489 w 7239639"/>
              <a:gd name="connsiteY2" fmla="*/ 302041 h 6407496"/>
              <a:gd name="connsiteX3" fmla="*/ 3508145 w 7239639"/>
              <a:gd name="connsiteY3" fmla="*/ 333861 h 6407496"/>
              <a:gd name="connsiteX4" fmla="*/ 4154373 w 7239639"/>
              <a:gd name="connsiteY4" fmla="*/ 334665 h 6407496"/>
              <a:gd name="connsiteX5" fmla="*/ 6636354 w 7239639"/>
              <a:gd name="connsiteY5" fmla="*/ 270296 h 6407496"/>
              <a:gd name="connsiteX6" fmla="*/ 7239484 w 7239639"/>
              <a:gd name="connsiteY6" fmla="*/ 2458000 h 6407496"/>
              <a:gd name="connsiteX7" fmla="*/ 3337140 w 7239639"/>
              <a:gd name="connsiteY7" fmla="*/ 6407496 h 6407496"/>
              <a:gd name="connsiteX8" fmla="*/ 101255 w 7239639"/>
              <a:gd name="connsiteY8" fmla="*/ 4666201 h 6407496"/>
              <a:gd name="connsiteX9" fmla="*/ 0 w 7239639"/>
              <a:gd name="connsiteY9" fmla="*/ 4506349 h 6407496"/>
              <a:gd name="connsiteX10" fmla="*/ 34926 w 7239639"/>
              <a:gd name="connsiteY10" fmla="*/ 4506350 h 6407496"/>
              <a:gd name="connsiteX11" fmla="*/ 34926 w 7239639"/>
              <a:gd name="connsiteY11" fmla="*/ 2521489 h 6407496"/>
              <a:gd name="connsiteX12" fmla="*/ 19537 w 7239639"/>
              <a:gd name="connsiteY12" fmla="*/ 381401 h 6407496"/>
              <a:gd name="connsiteX0" fmla="*/ 19537 w 7239639"/>
              <a:gd name="connsiteY0" fmla="*/ 111105 h 6137200"/>
              <a:gd name="connsiteX1" fmla="*/ 3090933 w 7239639"/>
              <a:gd name="connsiteY1" fmla="*/ 111105 h 6137200"/>
              <a:gd name="connsiteX2" fmla="*/ 3323489 w 7239639"/>
              <a:gd name="connsiteY2" fmla="*/ 31745 h 6137200"/>
              <a:gd name="connsiteX3" fmla="*/ 3508145 w 7239639"/>
              <a:gd name="connsiteY3" fmla="*/ 63565 h 6137200"/>
              <a:gd name="connsiteX4" fmla="*/ 4154373 w 7239639"/>
              <a:gd name="connsiteY4" fmla="*/ 64369 h 6137200"/>
              <a:gd name="connsiteX5" fmla="*/ 6636354 w 7239639"/>
              <a:gd name="connsiteY5" fmla="*/ 0 h 6137200"/>
              <a:gd name="connsiteX6" fmla="*/ 7239484 w 7239639"/>
              <a:gd name="connsiteY6" fmla="*/ 2187704 h 6137200"/>
              <a:gd name="connsiteX7" fmla="*/ 3337140 w 7239639"/>
              <a:gd name="connsiteY7" fmla="*/ 6137200 h 6137200"/>
              <a:gd name="connsiteX8" fmla="*/ 101255 w 7239639"/>
              <a:gd name="connsiteY8" fmla="*/ 4395905 h 6137200"/>
              <a:gd name="connsiteX9" fmla="*/ 0 w 7239639"/>
              <a:gd name="connsiteY9" fmla="*/ 4236053 h 6137200"/>
              <a:gd name="connsiteX10" fmla="*/ 34926 w 7239639"/>
              <a:gd name="connsiteY10" fmla="*/ 4236054 h 6137200"/>
              <a:gd name="connsiteX11" fmla="*/ 34926 w 7239639"/>
              <a:gd name="connsiteY11" fmla="*/ 2251193 h 6137200"/>
              <a:gd name="connsiteX12" fmla="*/ 19537 w 7239639"/>
              <a:gd name="connsiteY12" fmla="*/ 111105 h 6137200"/>
              <a:gd name="connsiteX0" fmla="*/ 19537 w 7239639"/>
              <a:gd name="connsiteY0" fmla="*/ 111105 h 6137200"/>
              <a:gd name="connsiteX1" fmla="*/ 13344 w 7239639"/>
              <a:gd name="connsiteY1" fmla="*/ 79361 h 6137200"/>
              <a:gd name="connsiteX2" fmla="*/ 3323489 w 7239639"/>
              <a:gd name="connsiteY2" fmla="*/ 31745 h 6137200"/>
              <a:gd name="connsiteX3" fmla="*/ 3508145 w 7239639"/>
              <a:gd name="connsiteY3" fmla="*/ 63565 h 6137200"/>
              <a:gd name="connsiteX4" fmla="*/ 4154373 w 7239639"/>
              <a:gd name="connsiteY4" fmla="*/ 64369 h 6137200"/>
              <a:gd name="connsiteX5" fmla="*/ 6636354 w 7239639"/>
              <a:gd name="connsiteY5" fmla="*/ 0 h 6137200"/>
              <a:gd name="connsiteX6" fmla="*/ 7239484 w 7239639"/>
              <a:gd name="connsiteY6" fmla="*/ 2187704 h 6137200"/>
              <a:gd name="connsiteX7" fmla="*/ 3337140 w 7239639"/>
              <a:gd name="connsiteY7" fmla="*/ 6137200 h 6137200"/>
              <a:gd name="connsiteX8" fmla="*/ 101255 w 7239639"/>
              <a:gd name="connsiteY8" fmla="*/ 4395905 h 6137200"/>
              <a:gd name="connsiteX9" fmla="*/ 0 w 7239639"/>
              <a:gd name="connsiteY9" fmla="*/ 4236053 h 6137200"/>
              <a:gd name="connsiteX10" fmla="*/ 34926 w 7239639"/>
              <a:gd name="connsiteY10" fmla="*/ 4236054 h 6137200"/>
              <a:gd name="connsiteX11" fmla="*/ 34926 w 7239639"/>
              <a:gd name="connsiteY11" fmla="*/ 2251193 h 6137200"/>
              <a:gd name="connsiteX12" fmla="*/ 19537 w 7239639"/>
              <a:gd name="connsiteY12" fmla="*/ 111105 h 6137200"/>
              <a:gd name="connsiteX0" fmla="*/ 19537 w 7239639"/>
              <a:gd name="connsiteY0" fmla="*/ 111105 h 6137200"/>
              <a:gd name="connsiteX1" fmla="*/ 13344 w 7239639"/>
              <a:gd name="connsiteY1" fmla="*/ 79361 h 6137200"/>
              <a:gd name="connsiteX2" fmla="*/ 76632 w 7239639"/>
              <a:gd name="connsiteY2" fmla="*/ 47617 h 6137200"/>
              <a:gd name="connsiteX3" fmla="*/ 3508145 w 7239639"/>
              <a:gd name="connsiteY3" fmla="*/ 63565 h 6137200"/>
              <a:gd name="connsiteX4" fmla="*/ 4154373 w 7239639"/>
              <a:gd name="connsiteY4" fmla="*/ 64369 h 6137200"/>
              <a:gd name="connsiteX5" fmla="*/ 6636354 w 7239639"/>
              <a:gd name="connsiteY5" fmla="*/ 0 h 6137200"/>
              <a:gd name="connsiteX6" fmla="*/ 7239484 w 7239639"/>
              <a:gd name="connsiteY6" fmla="*/ 2187704 h 6137200"/>
              <a:gd name="connsiteX7" fmla="*/ 3337140 w 7239639"/>
              <a:gd name="connsiteY7" fmla="*/ 6137200 h 6137200"/>
              <a:gd name="connsiteX8" fmla="*/ 101255 w 7239639"/>
              <a:gd name="connsiteY8" fmla="*/ 4395905 h 6137200"/>
              <a:gd name="connsiteX9" fmla="*/ 0 w 7239639"/>
              <a:gd name="connsiteY9" fmla="*/ 4236053 h 6137200"/>
              <a:gd name="connsiteX10" fmla="*/ 34926 w 7239639"/>
              <a:gd name="connsiteY10" fmla="*/ 4236054 h 6137200"/>
              <a:gd name="connsiteX11" fmla="*/ 34926 w 7239639"/>
              <a:gd name="connsiteY11" fmla="*/ 2251193 h 6137200"/>
              <a:gd name="connsiteX12" fmla="*/ 19537 w 7239639"/>
              <a:gd name="connsiteY12" fmla="*/ 111105 h 6137200"/>
              <a:gd name="connsiteX0" fmla="*/ 19537 w 7239639"/>
              <a:gd name="connsiteY0" fmla="*/ 111105 h 6137200"/>
              <a:gd name="connsiteX1" fmla="*/ 13344 w 7239639"/>
              <a:gd name="connsiteY1" fmla="*/ 79361 h 6137200"/>
              <a:gd name="connsiteX2" fmla="*/ 76632 w 7239639"/>
              <a:gd name="connsiteY2" fmla="*/ 47617 h 6137200"/>
              <a:gd name="connsiteX3" fmla="*/ 76633 w 7239639"/>
              <a:gd name="connsiteY3" fmla="*/ 31820 h 6137200"/>
              <a:gd name="connsiteX4" fmla="*/ 4154373 w 7239639"/>
              <a:gd name="connsiteY4" fmla="*/ 64369 h 6137200"/>
              <a:gd name="connsiteX5" fmla="*/ 6636354 w 7239639"/>
              <a:gd name="connsiteY5" fmla="*/ 0 h 6137200"/>
              <a:gd name="connsiteX6" fmla="*/ 7239484 w 7239639"/>
              <a:gd name="connsiteY6" fmla="*/ 2187704 h 6137200"/>
              <a:gd name="connsiteX7" fmla="*/ 3337140 w 7239639"/>
              <a:gd name="connsiteY7" fmla="*/ 6137200 h 6137200"/>
              <a:gd name="connsiteX8" fmla="*/ 101255 w 7239639"/>
              <a:gd name="connsiteY8" fmla="*/ 4395905 h 6137200"/>
              <a:gd name="connsiteX9" fmla="*/ 0 w 7239639"/>
              <a:gd name="connsiteY9" fmla="*/ 4236053 h 6137200"/>
              <a:gd name="connsiteX10" fmla="*/ 34926 w 7239639"/>
              <a:gd name="connsiteY10" fmla="*/ 4236054 h 6137200"/>
              <a:gd name="connsiteX11" fmla="*/ 34926 w 7239639"/>
              <a:gd name="connsiteY11" fmla="*/ 2251193 h 6137200"/>
              <a:gd name="connsiteX12" fmla="*/ 19537 w 7239639"/>
              <a:gd name="connsiteY12" fmla="*/ 111105 h 6137200"/>
              <a:gd name="connsiteX0" fmla="*/ 19537 w 7239639"/>
              <a:gd name="connsiteY0" fmla="*/ 111105 h 6137200"/>
              <a:gd name="connsiteX1" fmla="*/ 13344 w 7239639"/>
              <a:gd name="connsiteY1" fmla="*/ 79361 h 6137200"/>
              <a:gd name="connsiteX2" fmla="*/ 76632 w 7239639"/>
              <a:gd name="connsiteY2" fmla="*/ 47617 h 6137200"/>
              <a:gd name="connsiteX3" fmla="*/ 76633 w 7239639"/>
              <a:gd name="connsiteY3" fmla="*/ 31820 h 6137200"/>
              <a:gd name="connsiteX4" fmla="*/ 15016 w 7239639"/>
              <a:gd name="connsiteY4" fmla="*/ 48497 h 6137200"/>
              <a:gd name="connsiteX5" fmla="*/ 6636354 w 7239639"/>
              <a:gd name="connsiteY5" fmla="*/ 0 h 6137200"/>
              <a:gd name="connsiteX6" fmla="*/ 7239484 w 7239639"/>
              <a:gd name="connsiteY6" fmla="*/ 2187704 h 6137200"/>
              <a:gd name="connsiteX7" fmla="*/ 3337140 w 7239639"/>
              <a:gd name="connsiteY7" fmla="*/ 6137200 h 6137200"/>
              <a:gd name="connsiteX8" fmla="*/ 101255 w 7239639"/>
              <a:gd name="connsiteY8" fmla="*/ 4395905 h 6137200"/>
              <a:gd name="connsiteX9" fmla="*/ 0 w 7239639"/>
              <a:gd name="connsiteY9" fmla="*/ 4236053 h 6137200"/>
              <a:gd name="connsiteX10" fmla="*/ 34926 w 7239639"/>
              <a:gd name="connsiteY10" fmla="*/ 4236054 h 6137200"/>
              <a:gd name="connsiteX11" fmla="*/ 34926 w 7239639"/>
              <a:gd name="connsiteY11" fmla="*/ 2251193 h 6137200"/>
              <a:gd name="connsiteX12" fmla="*/ 19537 w 7239639"/>
              <a:gd name="connsiteY12" fmla="*/ 111105 h 6137200"/>
              <a:gd name="connsiteX0" fmla="*/ 19537 w 7239639"/>
              <a:gd name="connsiteY0" fmla="*/ 115892 h 6141987"/>
              <a:gd name="connsiteX1" fmla="*/ 13344 w 7239639"/>
              <a:gd name="connsiteY1" fmla="*/ 84148 h 6141987"/>
              <a:gd name="connsiteX2" fmla="*/ 76632 w 7239639"/>
              <a:gd name="connsiteY2" fmla="*/ 52404 h 6141987"/>
              <a:gd name="connsiteX3" fmla="*/ 771 w 7239639"/>
              <a:gd name="connsiteY3" fmla="*/ 0 h 6141987"/>
              <a:gd name="connsiteX4" fmla="*/ 15016 w 7239639"/>
              <a:gd name="connsiteY4" fmla="*/ 53284 h 6141987"/>
              <a:gd name="connsiteX5" fmla="*/ 6636354 w 7239639"/>
              <a:gd name="connsiteY5" fmla="*/ 4787 h 6141987"/>
              <a:gd name="connsiteX6" fmla="*/ 7239484 w 7239639"/>
              <a:gd name="connsiteY6" fmla="*/ 2192491 h 6141987"/>
              <a:gd name="connsiteX7" fmla="*/ 3337140 w 7239639"/>
              <a:gd name="connsiteY7" fmla="*/ 6141987 h 6141987"/>
              <a:gd name="connsiteX8" fmla="*/ 101255 w 7239639"/>
              <a:gd name="connsiteY8" fmla="*/ 4400692 h 6141987"/>
              <a:gd name="connsiteX9" fmla="*/ 0 w 7239639"/>
              <a:gd name="connsiteY9" fmla="*/ 4240840 h 6141987"/>
              <a:gd name="connsiteX10" fmla="*/ 34926 w 7239639"/>
              <a:gd name="connsiteY10" fmla="*/ 4240841 h 6141987"/>
              <a:gd name="connsiteX11" fmla="*/ 34926 w 7239639"/>
              <a:gd name="connsiteY11" fmla="*/ 2255980 h 6141987"/>
              <a:gd name="connsiteX12" fmla="*/ 19537 w 7239639"/>
              <a:gd name="connsiteY12" fmla="*/ 115892 h 6141987"/>
              <a:gd name="connsiteX0" fmla="*/ 19537 w 7239639"/>
              <a:gd name="connsiteY0" fmla="*/ 132176 h 6158271"/>
              <a:gd name="connsiteX1" fmla="*/ 13344 w 7239639"/>
              <a:gd name="connsiteY1" fmla="*/ 100432 h 6158271"/>
              <a:gd name="connsiteX2" fmla="*/ 127206 w 7239639"/>
              <a:gd name="connsiteY2" fmla="*/ 705 h 6158271"/>
              <a:gd name="connsiteX3" fmla="*/ 771 w 7239639"/>
              <a:gd name="connsiteY3" fmla="*/ 16284 h 6158271"/>
              <a:gd name="connsiteX4" fmla="*/ 15016 w 7239639"/>
              <a:gd name="connsiteY4" fmla="*/ 69568 h 6158271"/>
              <a:gd name="connsiteX5" fmla="*/ 6636354 w 7239639"/>
              <a:gd name="connsiteY5" fmla="*/ 21071 h 6158271"/>
              <a:gd name="connsiteX6" fmla="*/ 7239484 w 7239639"/>
              <a:gd name="connsiteY6" fmla="*/ 2208775 h 6158271"/>
              <a:gd name="connsiteX7" fmla="*/ 3337140 w 7239639"/>
              <a:gd name="connsiteY7" fmla="*/ 6158271 h 6158271"/>
              <a:gd name="connsiteX8" fmla="*/ 101255 w 7239639"/>
              <a:gd name="connsiteY8" fmla="*/ 4416976 h 6158271"/>
              <a:gd name="connsiteX9" fmla="*/ 0 w 7239639"/>
              <a:gd name="connsiteY9" fmla="*/ 4257124 h 6158271"/>
              <a:gd name="connsiteX10" fmla="*/ 34926 w 7239639"/>
              <a:gd name="connsiteY10" fmla="*/ 4257125 h 6158271"/>
              <a:gd name="connsiteX11" fmla="*/ 34926 w 7239639"/>
              <a:gd name="connsiteY11" fmla="*/ 2272264 h 6158271"/>
              <a:gd name="connsiteX12" fmla="*/ 19537 w 7239639"/>
              <a:gd name="connsiteY12" fmla="*/ 132176 h 6158271"/>
              <a:gd name="connsiteX0" fmla="*/ 19537 w 7239639"/>
              <a:gd name="connsiteY0" fmla="*/ 132176 h 6158271"/>
              <a:gd name="connsiteX1" fmla="*/ 13344 w 7239639"/>
              <a:gd name="connsiteY1" fmla="*/ 100432 h 6158271"/>
              <a:gd name="connsiteX2" fmla="*/ 127206 w 7239639"/>
              <a:gd name="connsiteY2" fmla="*/ 705 h 6158271"/>
              <a:gd name="connsiteX3" fmla="*/ 771 w 7239639"/>
              <a:gd name="connsiteY3" fmla="*/ 16284 h 6158271"/>
              <a:gd name="connsiteX4" fmla="*/ 15016 w 7239639"/>
              <a:gd name="connsiteY4" fmla="*/ 69568 h 6158271"/>
              <a:gd name="connsiteX5" fmla="*/ 6636354 w 7239639"/>
              <a:gd name="connsiteY5" fmla="*/ 21071 h 6158271"/>
              <a:gd name="connsiteX6" fmla="*/ 7239484 w 7239639"/>
              <a:gd name="connsiteY6" fmla="*/ 2208775 h 6158271"/>
              <a:gd name="connsiteX7" fmla="*/ 3337140 w 7239639"/>
              <a:gd name="connsiteY7" fmla="*/ 6158271 h 6158271"/>
              <a:gd name="connsiteX8" fmla="*/ 101255 w 7239639"/>
              <a:gd name="connsiteY8" fmla="*/ 4416976 h 6158271"/>
              <a:gd name="connsiteX9" fmla="*/ 0 w 7239639"/>
              <a:gd name="connsiteY9" fmla="*/ 4257124 h 6158271"/>
              <a:gd name="connsiteX10" fmla="*/ 34926 w 7239639"/>
              <a:gd name="connsiteY10" fmla="*/ 4257125 h 6158271"/>
              <a:gd name="connsiteX11" fmla="*/ 4582 w 7239639"/>
              <a:gd name="connsiteY11" fmla="*/ 2261805 h 6158271"/>
              <a:gd name="connsiteX12" fmla="*/ 19537 w 7239639"/>
              <a:gd name="connsiteY12" fmla="*/ 132176 h 6158271"/>
              <a:gd name="connsiteX0" fmla="*/ 19537 w 7239639"/>
              <a:gd name="connsiteY0" fmla="*/ 132176 h 6158271"/>
              <a:gd name="connsiteX1" fmla="*/ 13344 w 7239639"/>
              <a:gd name="connsiteY1" fmla="*/ 100432 h 6158271"/>
              <a:gd name="connsiteX2" fmla="*/ 127206 w 7239639"/>
              <a:gd name="connsiteY2" fmla="*/ 705 h 6158271"/>
              <a:gd name="connsiteX3" fmla="*/ 771 w 7239639"/>
              <a:gd name="connsiteY3" fmla="*/ 16284 h 6158271"/>
              <a:gd name="connsiteX4" fmla="*/ 15016 w 7239639"/>
              <a:gd name="connsiteY4" fmla="*/ 69568 h 6158271"/>
              <a:gd name="connsiteX5" fmla="*/ 6636354 w 7239639"/>
              <a:gd name="connsiteY5" fmla="*/ 21071 h 6158271"/>
              <a:gd name="connsiteX6" fmla="*/ 7239484 w 7239639"/>
              <a:gd name="connsiteY6" fmla="*/ 2208775 h 6158271"/>
              <a:gd name="connsiteX7" fmla="*/ 3337140 w 7239639"/>
              <a:gd name="connsiteY7" fmla="*/ 6158271 h 6158271"/>
              <a:gd name="connsiteX8" fmla="*/ 101255 w 7239639"/>
              <a:gd name="connsiteY8" fmla="*/ 4416976 h 6158271"/>
              <a:gd name="connsiteX9" fmla="*/ 0 w 7239639"/>
              <a:gd name="connsiteY9" fmla="*/ 4257124 h 6158271"/>
              <a:gd name="connsiteX10" fmla="*/ 34926 w 7239639"/>
              <a:gd name="connsiteY10" fmla="*/ 4257125 h 6158271"/>
              <a:gd name="connsiteX11" fmla="*/ 4582 w 7239639"/>
              <a:gd name="connsiteY11" fmla="*/ 2261805 h 6158271"/>
              <a:gd name="connsiteX12" fmla="*/ 19537 w 7239639"/>
              <a:gd name="connsiteY12" fmla="*/ 132176 h 6158271"/>
              <a:gd name="connsiteX0" fmla="*/ 14480 w 7239639"/>
              <a:gd name="connsiteY0" fmla="*/ 498243 h 6158271"/>
              <a:gd name="connsiteX1" fmla="*/ 13344 w 7239639"/>
              <a:gd name="connsiteY1" fmla="*/ 100432 h 6158271"/>
              <a:gd name="connsiteX2" fmla="*/ 127206 w 7239639"/>
              <a:gd name="connsiteY2" fmla="*/ 705 h 6158271"/>
              <a:gd name="connsiteX3" fmla="*/ 771 w 7239639"/>
              <a:gd name="connsiteY3" fmla="*/ 16284 h 6158271"/>
              <a:gd name="connsiteX4" fmla="*/ 15016 w 7239639"/>
              <a:gd name="connsiteY4" fmla="*/ 69568 h 6158271"/>
              <a:gd name="connsiteX5" fmla="*/ 6636354 w 7239639"/>
              <a:gd name="connsiteY5" fmla="*/ 21071 h 6158271"/>
              <a:gd name="connsiteX6" fmla="*/ 7239484 w 7239639"/>
              <a:gd name="connsiteY6" fmla="*/ 2208775 h 6158271"/>
              <a:gd name="connsiteX7" fmla="*/ 3337140 w 7239639"/>
              <a:gd name="connsiteY7" fmla="*/ 6158271 h 6158271"/>
              <a:gd name="connsiteX8" fmla="*/ 101255 w 7239639"/>
              <a:gd name="connsiteY8" fmla="*/ 4416976 h 6158271"/>
              <a:gd name="connsiteX9" fmla="*/ 0 w 7239639"/>
              <a:gd name="connsiteY9" fmla="*/ 4257124 h 6158271"/>
              <a:gd name="connsiteX10" fmla="*/ 34926 w 7239639"/>
              <a:gd name="connsiteY10" fmla="*/ 4257125 h 6158271"/>
              <a:gd name="connsiteX11" fmla="*/ 4582 w 7239639"/>
              <a:gd name="connsiteY11" fmla="*/ 2261805 h 6158271"/>
              <a:gd name="connsiteX12" fmla="*/ 14480 w 7239639"/>
              <a:gd name="connsiteY12" fmla="*/ 498243 h 6158271"/>
              <a:gd name="connsiteX0" fmla="*/ 183206 w 7408365"/>
              <a:gd name="connsiteY0" fmla="*/ 591304 h 6251332"/>
              <a:gd name="connsiteX1" fmla="*/ 0 w 7408365"/>
              <a:gd name="connsiteY1" fmla="*/ 0 h 6251332"/>
              <a:gd name="connsiteX2" fmla="*/ 295932 w 7408365"/>
              <a:gd name="connsiteY2" fmla="*/ 93766 h 6251332"/>
              <a:gd name="connsiteX3" fmla="*/ 169497 w 7408365"/>
              <a:gd name="connsiteY3" fmla="*/ 109345 h 6251332"/>
              <a:gd name="connsiteX4" fmla="*/ 183742 w 7408365"/>
              <a:gd name="connsiteY4" fmla="*/ 162629 h 6251332"/>
              <a:gd name="connsiteX5" fmla="*/ 6805080 w 7408365"/>
              <a:gd name="connsiteY5" fmla="*/ 114132 h 6251332"/>
              <a:gd name="connsiteX6" fmla="*/ 7408210 w 7408365"/>
              <a:gd name="connsiteY6" fmla="*/ 2301836 h 6251332"/>
              <a:gd name="connsiteX7" fmla="*/ 3505866 w 7408365"/>
              <a:gd name="connsiteY7" fmla="*/ 6251332 h 6251332"/>
              <a:gd name="connsiteX8" fmla="*/ 269981 w 7408365"/>
              <a:gd name="connsiteY8" fmla="*/ 4510037 h 6251332"/>
              <a:gd name="connsiteX9" fmla="*/ 168726 w 7408365"/>
              <a:gd name="connsiteY9" fmla="*/ 4350185 h 6251332"/>
              <a:gd name="connsiteX10" fmla="*/ 203652 w 7408365"/>
              <a:gd name="connsiteY10" fmla="*/ 4350186 h 6251332"/>
              <a:gd name="connsiteX11" fmla="*/ 173308 w 7408365"/>
              <a:gd name="connsiteY11" fmla="*/ 2354866 h 6251332"/>
              <a:gd name="connsiteX12" fmla="*/ 183206 w 7408365"/>
              <a:gd name="connsiteY12" fmla="*/ 591304 h 6251332"/>
              <a:gd name="connsiteX0" fmla="*/ 183206 w 7408365"/>
              <a:gd name="connsiteY0" fmla="*/ 591304 h 6251332"/>
              <a:gd name="connsiteX1" fmla="*/ 0 w 7408365"/>
              <a:gd name="connsiteY1" fmla="*/ 0 h 6251332"/>
              <a:gd name="connsiteX2" fmla="*/ 295932 w 7408365"/>
              <a:gd name="connsiteY2" fmla="*/ 93766 h 6251332"/>
              <a:gd name="connsiteX3" fmla="*/ 169497 w 7408365"/>
              <a:gd name="connsiteY3" fmla="*/ 109345 h 6251332"/>
              <a:gd name="connsiteX4" fmla="*/ 537765 w 7408365"/>
              <a:gd name="connsiteY4" fmla="*/ 115564 h 6251332"/>
              <a:gd name="connsiteX5" fmla="*/ 6805080 w 7408365"/>
              <a:gd name="connsiteY5" fmla="*/ 114132 h 6251332"/>
              <a:gd name="connsiteX6" fmla="*/ 7408210 w 7408365"/>
              <a:gd name="connsiteY6" fmla="*/ 2301836 h 6251332"/>
              <a:gd name="connsiteX7" fmla="*/ 3505866 w 7408365"/>
              <a:gd name="connsiteY7" fmla="*/ 6251332 h 6251332"/>
              <a:gd name="connsiteX8" fmla="*/ 269981 w 7408365"/>
              <a:gd name="connsiteY8" fmla="*/ 4510037 h 6251332"/>
              <a:gd name="connsiteX9" fmla="*/ 168726 w 7408365"/>
              <a:gd name="connsiteY9" fmla="*/ 4350185 h 6251332"/>
              <a:gd name="connsiteX10" fmla="*/ 203652 w 7408365"/>
              <a:gd name="connsiteY10" fmla="*/ 4350186 h 6251332"/>
              <a:gd name="connsiteX11" fmla="*/ 173308 w 7408365"/>
              <a:gd name="connsiteY11" fmla="*/ 2354866 h 6251332"/>
              <a:gd name="connsiteX12" fmla="*/ 183206 w 7408365"/>
              <a:gd name="connsiteY12" fmla="*/ 591304 h 6251332"/>
              <a:gd name="connsiteX0" fmla="*/ 183206 w 7408365"/>
              <a:gd name="connsiteY0" fmla="*/ 591304 h 6251332"/>
              <a:gd name="connsiteX1" fmla="*/ 0 w 7408365"/>
              <a:gd name="connsiteY1" fmla="*/ 0 h 6251332"/>
              <a:gd name="connsiteX2" fmla="*/ 295932 w 7408365"/>
              <a:gd name="connsiteY2" fmla="*/ 93766 h 6251332"/>
              <a:gd name="connsiteX3" fmla="*/ 361681 w 7408365"/>
              <a:gd name="connsiteY3" fmla="*/ 114574 h 6251332"/>
              <a:gd name="connsiteX4" fmla="*/ 537765 w 7408365"/>
              <a:gd name="connsiteY4" fmla="*/ 115564 h 6251332"/>
              <a:gd name="connsiteX5" fmla="*/ 6805080 w 7408365"/>
              <a:gd name="connsiteY5" fmla="*/ 114132 h 6251332"/>
              <a:gd name="connsiteX6" fmla="*/ 7408210 w 7408365"/>
              <a:gd name="connsiteY6" fmla="*/ 2301836 h 6251332"/>
              <a:gd name="connsiteX7" fmla="*/ 3505866 w 7408365"/>
              <a:gd name="connsiteY7" fmla="*/ 6251332 h 6251332"/>
              <a:gd name="connsiteX8" fmla="*/ 269981 w 7408365"/>
              <a:gd name="connsiteY8" fmla="*/ 4510037 h 6251332"/>
              <a:gd name="connsiteX9" fmla="*/ 168726 w 7408365"/>
              <a:gd name="connsiteY9" fmla="*/ 4350185 h 6251332"/>
              <a:gd name="connsiteX10" fmla="*/ 203652 w 7408365"/>
              <a:gd name="connsiteY10" fmla="*/ 4350186 h 6251332"/>
              <a:gd name="connsiteX11" fmla="*/ 173308 w 7408365"/>
              <a:gd name="connsiteY11" fmla="*/ 2354866 h 6251332"/>
              <a:gd name="connsiteX12" fmla="*/ 183206 w 7408365"/>
              <a:gd name="connsiteY12" fmla="*/ 591304 h 6251332"/>
              <a:gd name="connsiteX0" fmla="*/ 14480 w 7239639"/>
              <a:gd name="connsiteY0" fmla="*/ 498137 h 6158165"/>
              <a:gd name="connsiteX1" fmla="*/ 3228 w 7239639"/>
              <a:gd name="connsiteY1" fmla="*/ 37571 h 6158165"/>
              <a:gd name="connsiteX2" fmla="*/ 127206 w 7239639"/>
              <a:gd name="connsiteY2" fmla="*/ 599 h 6158165"/>
              <a:gd name="connsiteX3" fmla="*/ 192955 w 7239639"/>
              <a:gd name="connsiteY3" fmla="*/ 21407 h 6158165"/>
              <a:gd name="connsiteX4" fmla="*/ 369039 w 7239639"/>
              <a:gd name="connsiteY4" fmla="*/ 22397 h 6158165"/>
              <a:gd name="connsiteX5" fmla="*/ 6636354 w 7239639"/>
              <a:gd name="connsiteY5" fmla="*/ 20965 h 6158165"/>
              <a:gd name="connsiteX6" fmla="*/ 7239484 w 7239639"/>
              <a:gd name="connsiteY6" fmla="*/ 2208669 h 6158165"/>
              <a:gd name="connsiteX7" fmla="*/ 3337140 w 7239639"/>
              <a:gd name="connsiteY7" fmla="*/ 6158165 h 6158165"/>
              <a:gd name="connsiteX8" fmla="*/ 101255 w 7239639"/>
              <a:gd name="connsiteY8" fmla="*/ 4416870 h 6158165"/>
              <a:gd name="connsiteX9" fmla="*/ 0 w 7239639"/>
              <a:gd name="connsiteY9" fmla="*/ 4257018 h 6158165"/>
              <a:gd name="connsiteX10" fmla="*/ 34926 w 7239639"/>
              <a:gd name="connsiteY10" fmla="*/ 4257019 h 6158165"/>
              <a:gd name="connsiteX11" fmla="*/ 4582 w 7239639"/>
              <a:gd name="connsiteY11" fmla="*/ 2261699 h 6158165"/>
              <a:gd name="connsiteX12" fmla="*/ 14480 w 7239639"/>
              <a:gd name="connsiteY12" fmla="*/ 498137 h 6158165"/>
              <a:gd name="connsiteX0" fmla="*/ 14480 w 7239639"/>
              <a:gd name="connsiteY0" fmla="*/ 477171 h 6137199"/>
              <a:gd name="connsiteX1" fmla="*/ 3228 w 7239639"/>
              <a:gd name="connsiteY1" fmla="*/ 16605 h 6137199"/>
              <a:gd name="connsiteX2" fmla="*/ 132264 w 7239639"/>
              <a:gd name="connsiteY2" fmla="*/ 16240 h 6137199"/>
              <a:gd name="connsiteX3" fmla="*/ 192955 w 7239639"/>
              <a:gd name="connsiteY3" fmla="*/ 441 h 6137199"/>
              <a:gd name="connsiteX4" fmla="*/ 369039 w 7239639"/>
              <a:gd name="connsiteY4" fmla="*/ 1431 h 6137199"/>
              <a:gd name="connsiteX5" fmla="*/ 6636354 w 7239639"/>
              <a:gd name="connsiteY5" fmla="*/ -1 h 6137199"/>
              <a:gd name="connsiteX6" fmla="*/ 7239484 w 7239639"/>
              <a:gd name="connsiteY6" fmla="*/ 2187703 h 6137199"/>
              <a:gd name="connsiteX7" fmla="*/ 3337140 w 7239639"/>
              <a:gd name="connsiteY7" fmla="*/ 6137199 h 6137199"/>
              <a:gd name="connsiteX8" fmla="*/ 101255 w 7239639"/>
              <a:gd name="connsiteY8" fmla="*/ 4395904 h 6137199"/>
              <a:gd name="connsiteX9" fmla="*/ 0 w 7239639"/>
              <a:gd name="connsiteY9" fmla="*/ 4236052 h 6137199"/>
              <a:gd name="connsiteX10" fmla="*/ 34926 w 7239639"/>
              <a:gd name="connsiteY10" fmla="*/ 4236053 h 6137199"/>
              <a:gd name="connsiteX11" fmla="*/ 4582 w 7239639"/>
              <a:gd name="connsiteY11" fmla="*/ 2240733 h 6137199"/>
              <a:gd name="connsiteX12" fmla="*/ 14480 w 7239639"/>
              <a:gd name="connsiteY12" fmla="*/ 477171 h 6137199"/>
              <a:gd name="connsiteX0" fmla="*/ 14480 w 7239639"/>
              <a:gd name="connsiteY0" fmla="*/ 486714 h 6146742"/>
              <a:gd name="connsiteX1" fmla="*/ 8285 w 7239639"/>
              <a:gd name="connsiteY1" fmla="*/ 0 h 6146742"/>
              <a:gd name="connsiteX2" fmla="*/ 132264 w 7239639"/>
              <a:gd name="connsiteY2" fmla="*/ 25783 h 6146742"/>
              <a:gd name="connsiteX3" fmla="*/ 192955 w 7239639"/>
              <a:gd name="connsiteY3" fmla="*/ 9984 h 6146742"/>
              <a:gd name="connsiteX4" fmla="*/ 369039 w 7239639"/>
              <a:gd name="connsiteY4" fmla="*/ 10974 h 6146742"/>
              <a:gd name="connsiteX5" fmla="*/ 6636354 w 7239639"/>
              <a:gd name="connsiteY5" fmla="*/ 9542 h 6146742"/>
              <a:gd name="connsiteX6" fmla="*/ 7239484 w 7239639"/>
              <a:gd name="connsiteY6" fmla="*/ 2197246 h 6146742"/>
              <a:gd name="connsiteX7" fmla="*/ 3337140 w 7239639"/>
              <a:gd name="connsiteY7" fmla="*/ 6146742 h 6146742"/>
              <a:gd name="connsiteX8" fmla="*/ 101255 w 7239639"/>
              <a:gd name="connsiteY8" fmla="*/ 4405447 h 6146742"/>
              <a:gd name="connsiteX9" fmla="*/ 0 w 7239639"/>
              <a:gd name="connsiteY9" fmla="*/ 4245595 h 6146742"/>
              <a:gd name="connsiteX10" fmla="*/ 34926 w 7239639"/>
              <a:gd name="connsiteY10" fmla="*/ 4245596 h 6146742"/>
              <a:gd name="connsiteX11" fmla="*/ 4582 w 7239639"/>
              <a:gd name="connsiteY11" fmla="*/ 2250276 h 6146742"/>
              <a:gd name="connsiteX12" fmla="*/ 14480 w 7239639"/>
              <a:gd name="connsiteY12" fmla="*/ 486714 h 6146742"/>
              <a:gd name="connsiteX0" fmla="*/ 4365 w 7239639"/>
              <a:gd name="connsiteY0" fmla="*/ 533780 h 6146742"/>
              <a:gd name="connsiteX1" fmla="*/ 8285 w 7239639"/>
              <a:gd name="connsiteY1" fmla="*/ 0 h 6146742"/>
              <a:gd name="connsiteX2" fmla="*/ 132264 w 7239639"/>
              <a:gd name="connsiteY2" fmla="*/ 25783 h 6146742"/>
              <a:gd name="connsiteX3" fmla="*/ 192955 w 7239639"/>
              <a:gd name="connsiteY3" fmla="*/ 9984 h 6146742"/>
              <a:gd name="connsiteX4" fmla="*/ 369039 w 7239639"/>
              <a:gd name="connsiteY4" fmla="*/ 10974 h 6146742"/>
              <a:gd name="connsiteX5" fmla="*/ 6636354 w 7239639"/>
              <a:gd name="connsiteY5" fmla="*/ 9542 h 6146742"/>
              <a:gd name="connsiteX6" fmla="*/ 7239484 w 7239639"/>
              <a:gd name="connsiteY6" fmla="*/ 2197246 h 6146742"/>
              <a:gd name="connsiteX7" fmla="*/ 3337140 w 7239639"/>
              <a:gd name="connsiteY7" fmla="*/ 6146742 h 6146742"/>
              <a:gd name="connsiteX8" fmla="*/ 101255 w 7239639"/>
              <a:gd name="connsiteY8" fmla="*/ 4405447 h 6146742"/>
              <a:gd name="connsiteX9" fmla="*/ 0 w 7239639"/>
              <a:gd name="connsiteY9" fmla="*/ 4245595 h 6146742"/>
              <a:gd name="connsiteX10" fmla="*/ 34926 w 7239639"/>
              <a:gd name="connsiteY10" fmla="*/ 4245596 h 6146742"/>
              <a:gd name="connsiteX11" fmla="*/ 4582 w 7239639"/>
              <a:gd name="connsiteY11" fmla="*/ 2250276 h 6146742"/>
              <a:gd name="connsiteX12" fmla="*/ 4365 w 7239639"/>
              <a:gd name="connsiteY12" fmla="*/ 533780 h 6146742"/>
              <a:gd name="connsiteX0" fmla="*/ 4365 w 7239639"/>
              <a:gd name="connsiteY0" fmla="*/ 533780 h 6146742"/>
              <a:gd name="connsiteX1" fmla="*/ 8285 w 7239639"/>
              <a:gd name="connsiteY1" fmla="*/ 0 h 6146742"/>
              <a:gd name="connsiteX2" fmla="*/ 137321 w 7239639"/>
              <a:gd name="connsiteY2" fmla="*/ 4865 h 6146742"/>
              <a:gd name="connsiteX3" fmla="*/ 192955 w 7239639"/>
              <a:gd name="connsiteY3" fmla="*/ 9984 h 6146742"/>
              <a:gd name="connsiteX4" fmla="*/ 369039 w 7239639"/>
              <a:gd name="connsiteY4" fmla="*/ 10974 h 6146742"/>
              <a:gd name="connsiteX5" fmla="*/ 6636354 w 7239639"/>
              <a:gd name="connsiteY5" fmla="*/ 9542 h 6146742"/>
              <a:gd name="connsiteX6" fmla="*/ 7239484 w 7239639"/>
              <a:gd name="connsiteY6" fmla="*/ 2197246 h 6146742"/>
              <a:gd name="connsiteX7" fmla="*/ 3337140 w 7239639"/>
              <a:gd name="connsiteY7" fmla="*/ 6146742 h 6146742"/>
              <a:gd name="connsiteX8" fmla="*/ 101255 w 7239639"/>
              <a:gd name="connsiteY8" fmla="*/ 4405447 h 6146742"/>
              <a:gd name="connsiteX9" fmla="*/ 0 w 7239639"/>
              <a:gd name="connsiteY9" fmla="*/ 4245595 h 6146742"/>
              <a:gd name="connsiteX10" fmla="*/ 34926 w 7239639"/>
              <a:gd name="connsiteY10" fmla="*/ 4245596 h 6146742"/>
              <a:gd name="connsiteX11" fmla="*/ 4582 w 7239639"/>
              <a:gd name="connsiteY11" fmla="*/ 2250276 h 6146742"/>
              <a:gd name="connsiteX12" fmla="*/ 4365 w 7239639"/>
              <a:gd name="connsiteY12" fmla="*/ 533780 h 6146742"/>
              <a:gd name="connsiteX0" fmla="*/ 4365 w 7239639"/>
              <a:gd name="connsiteY0" fmla="*/ 533780 h 6146742"/>
              <a:gd name="connsiteX1" fmla="*/ 8285 w 7239639"/>
              <a:gd name="connsiteY1" fmla="*/ 0 h 6146742"/>
              <a:gd name="connsiteX2" fmla="*/ 137321 w 7239639"/>
              <a:gd name="connsiteY2" fmla="*/ 4865 h 6146742"/>
              <a:gd name="connsiteX3" fmla="*/ 192955 w 7239639"/>
              <a:gd name="connsiteY3" fmla="*/ 9984 h 6146742"/>
              <a:gd name="connsiteX4" fmla="*/ 404442 w 7239639"/>
              <a:gd name="connsiteY4" fmla="*/ 10974 h 6146742"/>
              <a:gd name="connsiteX5" fmla="*/ 6636354 w 7239639"/>
              <a:gd name="connsiteY5" fmla="*/ 9542 h 6146742"/>
              <a:gd name="connsiteX6" fmla="*/ 7239484 w 7239639"/>
              <a:gd name="connsiteY6" fmla="*/ 2197246 h 6146742"/>
              <a:gd name="connsiteX7" fmla="*/ 3337140 w 7239639"/>
              <a:gd name="connsiteY7" fmla="*/ 6146742 h 6146742"/>
              <a:gd name="connsiteX8" fmla="*/ 101255 w 7239639"/>
              <a:gd name="connsiteY8" fmla="*/ 4405447 h 6146742"/>
              <a:gd name="connsiteX9" fmla="*/ 0 w 7239639"/>
              <a:gd name="connsiteY9" fmla="*/ 4245595 h 6146742"/>
              <a:gd name="connsiteX10" fmla="*/ 34926 w 7239639"/>
              <a:gd name="connsiteY10" fmla="*/ 4245596 h 6146742"/>
              <a:gd name="connsiteX11" fmla="*/ 4582 w 7239639"/>
              <a:gd name="connsiteY11" fmla="*/ 2250276 h 6146742"/>
              <a:gd name="connsiteX12" fmla="*/ 4365 w 7239639"/>
              <a:gd name="connsiteY12" fmla="*/ 533780 h 6146742"/>
              <a:gd name="connsiteX0" fmla="*/ 4365 w 7239639"/>
              <a:gd name="connsiteY0" fmla="*/ 539484 h 6152446"/>
              <a:gd name="connsiteX1" fmla="*/ 8285 w 7239639"/>
              <a:gd name="connsiteY1" fmla="*/ 5704 h 6152446"/>
              <a:gd name="connsiteX2" fmla="*/ 137321 w 7239639"/>
              <a:gd name="connsiteY2" fmla="*/ 10569 h 6152446"/>
              <a:gd name="connsiteX3" fmla="*/ 218242 w 7239639"/>
              <a:gd name="connsiteY3" fmla="*/ 0 h 6152446"/>
              <a:gd name="connsiteX4" fmla="*/ 404442 w 7239639"/>
              <a:gd name="connsiteY4" fmla="*/ 16678 h 6152446"/>
              <a:gd name="connsiteX5" fmla="*/ 6636354 w 7239639"/>
              <a:gd name="connsiteY5" fmla="*/ 15246 h 6152446"/>
              <a:gd name="connsiteX6" fmla="*/ 7239484 w 7239639"/>
              <a:gd name="connsiteY6" fmla="*/ 2202950 h 6152446"/>
              <a:gd name="connsiteX7" fmla="*/ 3337140 w 7239639"/>
              <a:gd name="connsiteY7" fmla="*/ 6152446 h 6152446"/>
              <a:gd name="connsiteX8" fmla="*/ 101255 w 7239639"/>
              <a:gd name="connsiteY8" fmla="*/ 4411151 h 6152446"/>
              <a:gd name="connsiteX9" fmla="*/ 0 w 7239639"/>
              <a:gd name="connsiteY9" fmla="*/ 4251299 h 6152446"/>
              <a:gd name="connsiteX10" fmla="*/ 34926 w 7239639"/>
              <a:gd name="connsiteY10" fmla="*/ 4251300 h 6152446"/>
              <a:gd name="connsiteX11" fmla="*/ 4582 w 7239639"/>
              <a:gd name="connsiteY11" fmla="*/ 2255980 h 6152446"/>
              <a:gd name="connsiteX12" fmla="*/ 4365 w 7239639"/>
              <a:gd name="connsiteY12" fmla="*/ 539484 h 6152446"/>
              <a:gd name="connsiteX0" fmla="*/ 4365 w 7239639"/>
              <a:gd name="connsiteY0" fmla="*/ 539484 h 6152446"/>
              <a:gd name="connsiteX1" fmla="*/ 8285 w 7239639"/>
              <a:gd name="connsiteY1" fmla="*/ 5704 h 6152446"/>
              <a:gd name="connsiteX2" fmla="*/ 137321 w 7239639"/>
              <a:gd name="connsiteY2" fmla="*/ 10569 h 6152446"/>
              <a:gd name="connsiteX3" fmla="*/ 218242 w 7239639"/>
              <a:gd name="connsiteY3" fmla="*/ 0 h 6152446"/>
              <a:gd name="connsiteX4" fmla="*/ 404442 w 7239639"/>
              <a:gd name="connsiteY4" fmla="*/ 16678 h 6152446"/>
              <a:gd name="connsiteX5" fmla="*/ 6636354 w 7239639"/>
              <a:gd name="connsiteY5" fmla="*/ 15246 h 6152446"/>
              <a:gd name="connsiteX6" fmla="*/ 7239484 w 7239639"/>
              <a:gd name="connsiteY6" fmla="*/ 2202950 h 6152446"/>
              <a:gd name="connsiteX7" fmla="*/ 3337140 w 7239639"/>
              <a:gd name="connsiteY7" fmla="*/ 6152446 h 6152446"/>
              <a:gd name="connsiteX8" fmla="*/ 101255 w 7239639"/>
              <a:gd name="connsiteY8" fmla="*/ 4411151 h 6152446"/>
              <a:gd name="connsiteX9" fmla="*/ 0 w 7239639"/>
              <a:gd name="connsiteY9" fmla="*/ 4251299 h 6152446"/>
              <a:gd name="connsiteX10" fmla="*/ 34926 w 7239639"/>
              <a:gd name="connsiteY10" fmla="*/ 4251300 h 6152446"/>
              <a:gd name="connsiteX11" fmla="*/ 4582 w 7239639"/>
              <a:gd name="connsiteY11" fmla="*/ 2255980 h 6152446"/>
              <a:gd name="connsiteX12" fmla="*/ 4365 w 7239639"/>
              <a:gd name="connsiteY12" fmla="*/ 539484 h 6152446"/>
              <a:gd name="connsiteX0" fmla="*/ 9168 w 7244442"/>
              <a:gd name="connsiteY0" fmla="*/ 539484 h 6152446"/>
              <a:gd name="connsiteX1" fmla="*/ 13088 w 7244442"/>
              <a:gd name="connsiteY1" fmla="*/ 5704 h 6152446"/>
              <a:gd name="connsiteX2" fmla="*/ 142124 w 7244442"/>
              <a:gd name="connsiteY2" fmla="*/ 10569 h 6152446"/>
              <a:gd name="connsiteX3" fmla="*/ 223045 w 7244442"/>
              <a:gd name="connsiteY3" fmla="*/ 0 h 6152446"/>
              <a:gd name="connsiteX4" fmla="*/ 409245 w 7244442"/>
              <a:gd name="connsiteY4" fmla="*/ 16678 h 6152446"/>
              <a:gd name="connsiteX5" fmla="*/ 6641157 w 7244442"/>
              <a:gd name="connsiteY5" fmla="*/ 15246 h 6152446"/>
              <a:gd name="connsiteX6" fmla="*/ 7244287 w 7244442"/>
              <a:gd name="connsiteY6" fmla="*/ 2202950 h 6152446"/>
              <a:gd name="connsiteX7" fmla="*/ 3341943 w 7244442"/>
              <a:gd name="connsiteY7" fmla="*/ 6152446 h 6152446"/>
              <a:gd name="connsiteX8" fmla="*/ 106058 w 7244442"/>
              <a:gd name="connsiteY8" fmla="*/ 4411151 h 6152446"/>
              <a:gd name="connsiteX9" fmla="*/ 4803 w 7244442"/>
              <a:gd name="connsiteY9" fmla="*/ 4251299 h 6152446"/>
              <a:gd name="connsiteX10" fmla="*/ 4327 w 7244442"/>
              <a:gd name="connsiteY10" fmla="*/ 4256530 h 6152446"/>
              <a:gd name="connsiteX11" fmla="*/ 9385 w 7244442"/>
              <a:gd name="connsiteY11" fmla="*/ 2255980 h 6152446"/>
              <a:gd name="connsiteX12" fmla="*/ 9168 w 7244442"/>
              <a:gd name="connsiteY12" fmla="*/ 539484 h 6152446"/>
              <a:gd name="connsiteX0" fmla="*/ 9168 w 7244442"/>
              <a:gd name="connsiteY0" fmla="*/ 533780 h 6146742"/>
              <a:gd name="connsiteX1" fmla="*/ 13088 w 7244442"/>
              <a:gd name="connsiteY1" fmla="*/ 0 h 6146742"/>
              <a:gd name="connsiteX2" fmla="*/ 142124 w 7244442"/>
              <a:gd name="connsiteY2" fmla="*/ 4865 h 6146742"/>
              <a:gd name="connsiteX3" fmla="*/ 248332 w 7244442"/>
              <a:gd name="connsiteY3" fmla="*/ 9985 h 6146742"/>
              <a:gd name="connsiteX4" fmla="*/ 409245 w 7244442"/>
              <a:gd name="connsiteY4" fmla="*/ 10974 h 6146742"/>
              <a:gd name="connsiteX5" fmla="*/ 6641157 w 7244442"/>
              <a:gd name="connsiteY5" fmla="*/ 9542 h 6146742"/>
              <a:gd name="connsiteX6" fmla="*/ 7244287 w 7244442"/>
              <a:gd name="connsiteY6" fmla="*/ 2197246 h 6146742"/>
              <a:gd name="connsiteX7" fmla="*/ 3341943 w 7244442"/>
              <a:gd name="connsiteY7" fmla="*/ 6146742 h 6146742"/>
              <a:gd name="connsiteX8" fmla="*/ 106058 w 7244442"/>
              <a:gd name="connsiteY8" fmla="*/ 4405447 h 6146742"/>
              <a:gd name="connsiteX9" fmla="*/ 4803 w 7244442"/>
              <a:gd name="connsiteY9" fmla="*/ 4245595 h 6146742"/>
              <a:gd name="connsiteX10" fmla="*/ 4327 w 7244442"/>
              <a:gd name="connsiteY10" fmla="*/ 4250826 h 6146742"/>
              <a:gd name="connsiteX11" fmla="*/ 9385 w 7244442"/>
              <a:gd name="connsiteY11" fmla="*/ 2250276 h 6146742"/>
              <a:gd name="connsiteX12" fmla="*/ 9168 w 7244442"/>
              <a:gd name="connsiteY12" fmla="*/ 533780 h 6146742"/>
              <a:gd name="connsiteX0" fmla="*/ 9168 w 7244442"/>
              <a:gd name="connsiteY0" fmla="*/ 533780 h 6146742"/>
              <a:gd name="connsiteX1" fmla="*/ 13088 w 7244442"/>
              <a:gd name="connsiteY1" fmla="*/ 0 h 6146742"/>
              <a:gd name="connsiteX2" fmla="*/ 142124 w 7244442"/>
              <a:gd name="connsiteY2" fmla="*/ 4865 h 6146742"/>
              <a:gd name="connsiteX3" fmla="*/ 248332 w 7244442"/>
              <a:gd name="connsiteY3" fmla="*/ 9985 h 6146742"/>
              <a:gd name="connsiteX4" fmla="*/ 409245 w 7244442"/>
              <a:gd name="connsiteY4" fmla="*/ 10974 h 6146742"/>
              <a:gd name="connsiteX5" fmla="*/ 6641157 w 7244442"/>
              <a:gd name="connsiteY5" fmla="*/ 9542 h 6146742"/>
              <a:gd name="connsiteX6" fmla="*/ 7244287 w 7244442"/>
              <a:gd name="connsiteY6" fmla="*/ 2197246 h 6146742"/>
              <a:gd name="connsiteX7" fmla="*/ 3341943 w 7244442"/>
              <a:gd name="connsiteY7" fmla="*/ 6146742 h 6146742"/>
              <a:gd name="connsiteX8" fmla="*/ 106058 w 7244442"/>
              <a:gd name="connsiteY8" fmla="*/ 4405447 h 6146742"/>
              <a:gd name="connsiteX9" fmla="*/ 4803 w 7244442"/>
              <a:gd name="connsiteY9" fmla="*/ 4245595 h 6146742"/>
              <a:gd name="connsiteX10" fmla="*/ 4327 w 7244442"/>
              <a:gd name="connsiteY10" fmla="*/ 4250826 h 6146742"/>
              <a:gd name="connsiteX11" fmla="*/ 9385 w 7244442"/>
              <a:gd name="connsiteY11" fmla="*/ 2250276 h 6146742"/>
              <a:gd name="connsiteX12" fmla="*/ 9168 w 7244442"/>
              <a:gd name="connsiteY12" fmla="*/ 533780 h 6146742"/>
              <a:gd name="connsiteX0" fmla="*/ 9168 w 7244442"/>
              <a:gd name="connsiteY0" fmla="*/ 533780 h 6146742"/>
              <a:gd name="connsiteX1" fmla="*/ 13088 w 7244442"/>
              <a:gd name="connsiteY1" fmla="*/ 0 h 6146742"/>
              <a:gd name="connsiteX2" fmla="*/ 142124 w 7244442"/>
              <a:gd name="connsiteY2" fmla="*/ 4865 h 6146742"/>
              <a:gd name="connsiteX3" fmla="*/ 248332 w 7244442"/>
              <a:gd name="connsiteY3" fmla="*/ 9985 h 6146742"/>
              <a:gd name="connsiteX4" fmla="*/ 409245 w 7244442"/>
              <a:gd name="connsiteY4" fmla="*/ 10974 h 6146742"/>
              <a:gd name="connsiteX5" fmla="*/ 6641157 w 7244442"/>
              <a:gd name="connsiteY5" fmla="*/ 9542 h 6146742"/>
              <a:gd name="connsiteX6" fmla="*/ 7244287 w 7244442"/>
              <a:gd name="connsiteY6" fmla="*/ 2197246 h 6146742"/>
              <a:gd name="connsiteX7" fmla="*/ 3341943 w 7244442"/>
              <a:gd name="connsiteY7" fmla="*/ 6146742 h 6146742"/>
              <a:gd name="connsiteX8" fmla="*/ 106058 w 7244442"/>
              <a:gd name="connsiteY8" fmla="*/ 4405447 h 6146742"/>
              <a:gd name="connsiteX9" fmla="*/ 4803 w 7244442"/>
              <a:gd name="connsiteY9" fmla="*/ 4245595 h 6146742"/>
              <a:gd name="connsiteX10" fmla="*/ 4327 w 7244442"/>
              <a:gd name="connsiteY10" fmla="*/ 4250826 h 6146742"/>
              <a:gd name="connsiteX11" fmla="*/ 9385 w 7244442"/>
              <a:gd name="connsiteY11" fmla="*/ 2250276 h 6146742"/>
              <a:gd name="connsiteX12" fmla="*/ 9168 w 7244442"/>
              <a:gd name="connsiteY12" fmla="*/ 533780 h 6146742"/>
              <a:gd name="connsiteX0" fmla="*/ 9168 w 7244442"/>
              <a:gd name="connsiteY0" fmla="*/ 533780 h 6146742"/>
              <a:gd name="connsiteX1" fmla="*/ 13088 w 7244442"/>
              <a:gd name="connsiteY1" fmla="*/ 0 h 6146742"/>
              <a:gd name="connsiteX2" fmla="*/ 142124 w 7244442"/>
              <a:gd name="connsiteY2" fmla="*/ 4865 h 6146742"/>
              <a:gd name="connsiteX3" fmla="*/ 248332 w 7244442"/>
              <a:gd name="connsiteY3" fmla="*/ 9985 h 6146742"/>
              <a:gd name="connsiteX4" fmla="*/ 409245 w 7244442"/>
              <a:gd name="connsiteY4" fmla="*/ 10974 h 6146742"/>
              <a:gd name="connsiteX5" fmla="*/ 6641157 w 7244442"/>
              <a:gd name="connsiteY5" fmla="*/ 9542 h 6146742"/>
              <a:gd name="connsiteX6" fmla="*/ 7244287 w 7244442"/>
              <a:gd name="connsiteY6" fmla="*/ 2197246 h 6146742"/>
              <a:gd name="connsiteX7" fmla="*/ 3341943 w 7244442"/>
              <a:gd name="connsiteY7" fmla="*/ 6146742 h 6146742"/>
              <a:gd name="connsiteX8" fmla="*/ 106058 w 7244442"/>
              <a:gd name="connsiteY8" fmla="*/ 4405447 h 6146742"/>
              <a:gd name="connsiteX9" fmla="*/ 4803 w 7244442"/>
              <a:gd name="connsiteY9" fmla="*/ 4245595 h 6146742"/>
              <a:gd name="connsiteX10" fmla="*/ 4327 w 7244442"/>
              <a:gd name="connsiteY10" fmla="*/ 4250826 h 6146742"/>
              <a:gd name="connsiteX11" fmla="*/ 9385 w 7244442"/>
              <a:gd name="connsiteY11" fmla="*/ 2250276 h 6146742"/>
              <a:gd name="connsiteX12" fmla="*/ 9168 w 7244442"/>
              <a:gd name="connsiteY12" fmla="*/ 533780 h 6146742"/>
              <a:gd name="connsiteX0" fmla="*/ 9168 w 7244442"/>
              <a:gd name="connsiteY0" fmla="*/ 533780 h 6146742"/>
              <a:gd name="connsiteX1" fmla="*/ 13088 w 7244442"/>
              <a:gd name="connsiteY1" fmla="*/ 0 h 6146742"/>
              <a:gd name="connsiteX2" fmla="*/ 142124 w 7244442"/>
              <a:gd name="connsiteY2" fmla="*/ 4865 h 6146742"/>
              <a:gd name="connsiteX3" fmla="*/ 248332 w 7244442"/>
              <a:gd name="connsiteY3" fmla="*/ 9985 h 6146742"/>
              <a:gd name="connsiteX4" fmla="*/ 409245 w 7244442"/>
              <a:gd name="connsiteY4" fmla="*/ 10974 h 6146742"/>
              <a:gd name="connsiteX5" fmla="*/ 6641157 w 7244442"/>
              <a:gd name="connsiteY5" fmla="*/ 9542 h 6146742"/>
              <a:gd name="connsiteX6" fmla="*/ 7244287 w 7244442"/>
              <a:gd name="connsiteY6" fmla="*/ 2197246 h 6146742"/>
              <a:gd name="connsiteX7" fmla="*/ 3341943 w 7244442"/>
              <a:gd name="connsiteY7" fmla="*/ 6146742 h 6146742"/>
              <a:gd name="connsiteX8" fmla="*/ 106058 w 7244442"/>
              <a:gd name="connsiteY8" fmla="*/ 4405447 h 6146742"/>
              <a:gd name="connsiteX9" fmla="*/ 4803 w 7244442"/>
              <a:gd name="connsiteY9" fmla="*/ 4245595 h 6146742"/>
              <a:gd name="connsiteX10" fmla="*/ 4327 w 7244442"/>
              <a:gd name="connsiteY10" fmla="*/ 4250826 h 6146742"/>
              <a:gd name="connsiteX11" fmla="*/ 9385 w 7244442"/>
              <a:gd name="connsiteY11" fmla="*/ 2250276 h 6146742"/>
              <a:gd name="connsiteX12" fmla="*/ 9168 w 7244442"/>
              <a:gd name="connsiteY12" fmla="*/ 533780 h 6146742"/>
              <a:gd name="connsiteX0" fmla="*/ 9168 w 7244331"/>
              <a:gd name="connsiteY0" fmla="*/ 533780 h 6146742"/>
              <a:gd name="connsiteX1" fmla="*/ 13088 w 7244331"/>
              <a:gd name="connsiteY1" fmla="*/ 0 h 6146742"/>
              <a:gd name="connsiteX2" fmla="*/ 142124 w 7244331"/>
              <a:gd name="connsiteY2" fmla="*/ 4865 h 6146742"/>
              <a:gd name="connsiteX3" fmla="*/ 248332 w 7244331"/>
              <a:gd name="connsiteY3" fmla="*/ 9985 h 6146742"/>
              <a:gd name="connsiteX4" fmla="*/ 409245 w 7244331"/>
              <a:gd name="connsiteY4" fmla="*/ 10974 h 6146742"/>
              <a:gd name="connsiteX5" fmla="*/ 6641157 w 7244331"/>
              <a:gd name="connsiteY5" fmla="*/ 9542 h 6146742"/>
              <a:gd name="connsiteX6" fmla="*/ 7244287 w 7244331"/>
              <a:gd name="connsiteY6" fmla="*/ 2197246 h 6146742"/>
              <a:gd name="connsiteX7" fmla="*/ 3341943 w 7244331"/>
              <a:gd name="connsiteY7" fmla="*/ 6146742 h 6146742"/>
              <a:gd name="connsiteX8" fmla="*/ 106058 w 7244331"/>
              <a:gd name="connsiteY8" fmla="*/ 4405447 h 6146742"/>
              <a:gd name="connsiteX9" fmla="*/ 4803 w 7244331"/>
              <a:gd name="connsiteY9" fmla="*/ 4245595 h 6146742"/>
              <a:gd name="connsiteX10" fmla="*/ 4327 w 7244331"/>
              <a:gd name="connsiteY10" fmla="*/ 4250826 h 6146742"/>
              <a:gd name="connsiteX11" fmla="*/ 9385 w 7244331"/>
              <a:gd name="connsiteY11" fmla="*/ 2250276 h 6146742"/>
              <a:gd name="connsiteX12" fmla="*/ 9168 w 7244331"/>
              <a:gd name="connsiteY12" fmla="*/ 533780 h 6146742"/>
              <a:gd name="connsiteX0" fmla="*/ 9168 w 7244331"/>
              <a:gd name="connsiteY0" fmla="*/ 533780 h 6146742"/>
              <a:gd name="connsiteX1" fmla="*/ 13088 w 7244331"/>
              <a:gd name="connsiteY1" fmla="*/ 0 h 6146742"/>
              <a:gd name="connsiteX2" fmla="*/ 15687 w 7244331"/>
              <a:gd name="connsiteY2" fmla="*/ 15324 h 6146742"/>
              <a:gd name="connsiteX3" fmla="*/ 248332 w 7244331"/>
              <a:gd name="connsiteY3" fmla="*/ 9985 h 6146742"/>
              <a:gd name="connsiteX4" fmla="*/ 409245 w 7244331"/>
              <a:gd name="connsiteY4" fmla="*/ 10974 h 6146742"/>
              <a:gd name="connsiteX5" fmla="*/ 6641157 w 7244331"/>
              <a:gd name="connsiteY5" fmla="*/ 9542 h 6146742"/>
              <a:gd name="connsiteX6" fmla="*/ 7244287 w 7244331"/>
              <a:gd name="connsiteY6" fmla="*/ 2197246 h 6146742"/>
              <a:gd name="connsiteX7" fmla="*/ 3341943 w 7244331"/>
              <a:gd name="connsiteY7" fmla="*/ 6146742 h 6146742"/>
              <a:gd name="connsiteX8" fmla="*/ 106058 w 7244331"/>
              <a:gd name="connsiteY8" fmla="*/ 4405447 h 6146742"/>
              <a:gd name="connsiteX9" fmla="*/ 4803 w 7244331"/>
              <a:gd name="connsiteY9" fmla="*/ 4245595 h 6146742"/>
              <a:gd name="connsiteX10" fmla="*/ 4327 w 7244331"/>
              <a:gd name="connsiteY10" fmla="*/ 4250826 h 6146742"/>
              <a:gd name="connsiteX11" fmla="*/ 9385 w 7244331"/>
              <a:gd name="connsiteY11" fmla="*/ 2250276 h 6146742"/>
              <a:gd name="connsiteX12" fmla="*/ 9168 w 7244331"/>
              <a:gd name="connsiteY12" fmla="*/ 533780 h 6146742"/>
              <a:gd name="connsiteX0" fmla="*/ 9168 w 7244331"/>
              <a:gd name="connsiteY0" fmla="*/ 533780 h 6146742"/>
              <a:gd name="connsiteX1" fmla="*/ 13088 w 7244331"/>
              <a:gd name="connsiteY1" fmla="*/ 0 h 6146742"/>
              <a:gd name="connsiteX2" fmla="*/ 15687 w 7244331"/>
              <a:gd name="connsiteY2" fmla="*/ 15324 h 6146742"/>
              <a:gd name="connsiteX3" fmla="*/ 10631 w 7244331"/>
              <a:gd name="connsiteY3" fmla="*/ 9985 h 6146742"/>
              <a:gd name="connsiteX4" fmla="*/ 409245 w 7244331"/>
              <a:gd name="connsiteY4" fmla="*/ 10974 h 6146742"/>
              <a:gd name="connsiteX5" fmla="*/ 6641157 w 7244331"/>
              <a:gd name="connsiteY5" fmla="*/ 9542 h 6146742"/>
              <a:gd name="connsiteX6" fmla="*/ 7244287 w 7244331"/>
              <a:gd name="connsiteY6" fmla="*/ 2197246 h 6146742"/>
              <a:gd name="connsiteX7" fmla="*/ 3341943 w 7244331"/>
              <a:gd name="connsiteY7" fmla="*/ 6146742 h 6146742"/>
              <a:gd name="connsiteX8" fmla="*/ 106058 w 7244331"/>
              <a:gd name="connsiteY8" fmla="*/ 4405447 h 6146742"/>
              <a:gd name="connsiteX9" fmla="*/ 4803 w 7244331"/>
              <a:gd name="connsiteY9" fmla="*/ 4245595 h 6146742"/>
              <a:gd name="connsiteX10" fmla="*/ 4327 w 7244331"/>
              <a:gd name="connsiteY10" fmla="*/ 4250826 h 6146742"/>
              <a:gd name="connsiteX11" fmla="*/ 9385 w 7244331"/>
              <a:gd name="connsiteY11" fmla="*/ 2250276 h 6146742"/>
              <a:gd name="connsiteX12" fmla="*/ 9168 w 7244331"/>
              <a:gd name="connsiteY12" fmla="*/ 533780 h 6146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244331" h="6146742">
                <a:moveTo>
                  <a:pt x="9168" y="533780"/>
                </a:moveTo>
                <a:cubicBezTo>
                  <a:pt x="8789" y="401176"/>
                  <a:pt x="13467" y="132604"/>
                  <a:pt x="13088" y="0"/>
                </a:cubicBezTo>
                <a:lnTo>
                  <a:pt x="15687" y="15324"/>
                </a:lnTo>
                <a:cubicBezTo>
                  <a:pt x="15687" y="10058"/>
                  <a:pt x="10631" y="15251"/>
                  <a:pt x="10631" y="9985"/>
                </a:cubicBezTo>
                <a:cubicBezTo>
                  <a:pt x="92928" y="15543"/>
                  <a:pt x="347178" y="5415"/>
                  <a:pt x="409245" y="10974"/>
                </a:cubicBezTo>
                <a:cubicBezTo>
                  <a:pt x="438199" y="13607"/>
                  <a:pt x="5983568" y="21014"/>
                  <a:pt x="6641157" y="9542"/>
                </a:cubicBezTo>
                <a:cubicBezTo>
                  <a:pt x="6730687" y="133391"/>
                  <a:pt x="7249883" y="703207"/>
                  <a:pt x="7244287" y="2197246"/>
                </a:cubicBezTo>
                <a:cubicBezTo>
                  <a:pt x="7237005" y="4141326"/>
                  <a:pt x="5497148" y="6146742"/>
                  <a:pt x="3341943" y="6146742"/>
                </a:cubicBezTo>
                <a:cubicBezTo>
                  <a:pt x="1994940" y="6146742"/>
                  <a:pt x="807338" y="5456020"/>
                  <a:pt x="106058" y="4405447"/>
                </a:cubicBezTo>
                <a:lnTo>
                  <a:pt x="4803" y="4245595"/>
                </a:lnTo>
                <a:cubicBezTo>
                  <a:pt x="4644" y="4247339"/>
                  <a:pt x="4486" y="4249082"/>
                  <a:pt x="4327" y="4250826"/>
                </a:cubicBezTo>
                <a:cubicBezTo>
                  <a:pt x="-5788" y="3585719"/>
                  <a:pt x="4327" y="2962448"/>
                  <a:pt x="9385" y="2250276"/>
                </a:cubicBezTo>
                <a:cubicBezTo>
                  <a:pt x="12684" y="1662422"/>
                  <a:pt x="5869" y="1121634"/>
                  <a:pt x="9168" y="533780"/>
                </a:cubicBezTo>
                <a:close/>
              </a:path>
            </a:pathLst>
          </a:custGeom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nl-NL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C53429EE-D2F4-5CC3-087B-2A6E826F75ED}"/>
              </a:ext>
            </a:extLst>
          </p:cNvPr>
          <p:cNvSpPr/>
          <p:nvPr userDrawn="1"/>
        </p:nvSpPr>
        <p:spPr>
          <a:xfrm>
            <a:off x="0" y="3763108"/>
            <a:ext cx="360000" cy="3094892"/>
          </a:xfrm>
          <a:prstGeom prst="rect">
            <a:avLst/>
          </a:prstGeom>
          <a:solidFill>
            <a:srgbClr val="013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CAB0E2D4-2BEF-B22F-DC84-24DB16F394C8}"/>
              </a:ext>
            </a:extLst>
          </p:cNvPr>
          <p:cNvSpPr/>
          <p:nvPr userDrawn="1"/>
        </p:nvSpPr>
        <p:spPr>
          <a:xfrm>
            <a:off x="0" y="0"/>
            <a:ext cx="360000" cy="828000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D991BFC4-CF84-7E5F-DF8F-E67CD0024727}"/>
              </a:ext>
            </a:extLst>
          </p:cNvPr>
          <p:cNvSpPr/>
          <p:nvPr userDrawn="1"/>
        </p:nvSpPr>
        <p:spPr>
          <a:xfrm>
            <a:off x="0" y="828000"/>
            <a:ext cx="360000" cy="293510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779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op met 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CB1B12-49B2-1EE3-30E7-78C9179CF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252000"/>
            <a:ext cx="10515600" cy="72000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nl-NL" sz="4400" kern="1200" baseline="0" dirty="0">
                <a:solidFill>
                  <a:srgbClr val="013A57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622C311-5A87-612F-DD77-E87FC4A83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8000" y="1440000"/>
            <a:ext cx="5181600" cy="4351338"/>
          </a:xfrm>
        </p:spPr>
        <p:txBody>
          <a:bodyPr/>
          <a:lstStyle>
            <a:lvl1pPr>
              <a:buClr>
                <a:srgbClr val="009FE3"/>
              </a:buClr>
              <a:defRPr/>
            </a:lvl1pPr>
            <a:lvl2pPr>
              <a:buClr>
                <a:srgbClr val="009FE3"/>
              </a:buClr>
              <a:defRPr/>
            </a:lvl2pPr>
            <a:lvl3pPr>
              <a:buClr>
                <a:srgbClr val="009FE3"/>
              </a:buClr>
              <a:defRPr/>
            </a:lvl3pPr>
            <a:lvl4pPr>
              <a:buClr>
                <a:srgbClr val="009FE3"/>
              </a:buClr>
              <a:defRPr/>
            </a:lvl4pPr>
            <a:lvl5pPr>
              <a:buClr>
                <a:srgbClr val="009FE3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013860E-9D9F-351B-7282-53D055540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40000"/>
            <a:ext cx="5181600" cy="4351338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53ED00F1-BF91-2BCB-0810-ED990454666A}"/>
              </a:ext>
            </a:extLst>
          </p:cNvPr>
          <p:cNvSpPr/>
          <p:nvPr userDrawn="1"/>
        </p:nvSpPr>
        <p:spPr>
          <a:xfrm>
            <a:off x="0" y="3763108"/>
            <a:ext cx="360000" cy="3094892"/>
          </a:xfrm>
          <a:prstGeom prst="rect">
            <a:avLst/>
          </a:prstGeom>
          <a:solidFill>
            <a:srgbClr val="013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BA3BDD6F-A772-8334-1210-4D679DAF2860}"/>
              </a:ext>
            </a:extLst>
          </p:cNvPr>
          <p:cNvSpPr/>
          <p:nvPr userDrawn="1"/>
        </p:nvSpPr>
        <p:spPr>
          <a:xfrm>
            <a:off x="0" y="0"/>
            <a:ext cx="360000" cy="828000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11B6FD72-559F-7DB8-12FA-2C7D53BE3765}"/>
              </a:ext>
            </a:extLst>
          </p:cNvPr>
          <p:cNvSpPr/>
          <p:nvPr userDrawn="1"/>
        </p:nvSpPr>
        <p:spPr>
          <a:xfrm>
            <a:off x="0" y="828000"/>
            <a:ext cx="360000" cy="293510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44324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p met afbeelding links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390F350-571C-48D8-1B43-3D7AC49EE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28000" y="1440000"/>
            <a:ext cx="5017215" cy="4351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nl-NL" dirty="0"/>
          </a:p>
        </p:txBody>
      </p:sp>
      <p:sp>
        <p:nvSpPr>
          <p:cNvPr id="10" name="Tijdelijke aanduiding voor inhoud 3">
            <a:extLst>
              <a:ext uri="{FF2B5EF4-FFF2-40B4-BE49-F238E27FC236}">
                <a16:creationId xmlns:a16="http://schemas.microsoft.com/office/drawing/2014/main" id="{B5277743-EA5C-6934-ADF2-0CF84B1B0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40000"/>
            <a:ext cx="5181600" cy="4351338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4828F52-1E83-A652-C6F8-22E985D93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252000"/>
            <a:ext cx="10515600" cy="72000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nl-NL" sz="4400" kern="1200" baseline="0" dirty="0">
                <a:solidFill>
                  <a:srgbClr val="013A57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9DA8C113-EDA2-5A8B-30B7-2685F75A8238}"/>
              </a:ext>
            </a:extLst>
          </p:cNvPr>
          <p:cNvSpPr/>
          <p:nvPr userDrawn="1"/>
        </p:nvSpPr>
        <p:spPr>
          <a:xfrm>
            <a:off x="0" y="3763108"/>
            <a:ext cx="360000" cy="3094892"/>
          </a:xfrm>
          <a:prstGeom prst="rect">
            <a:avLst/>
          </a:prstGeom>
          <a:solidFill>
            <a:srgbClr val="013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8301F9DD-9C60-ECE8-354F-5DCF91A80528}"/>
              </a:ext>
            </a:extLst>
          </p:cNvPr>
          <p:cNvSpPr/>
          <p:nvPr userDrawn="1"/>
        </p:nvSpPr>
        <p:spPr>
          <a:xfrm>
            <a:off x="0" y="0"/>
            <a:ext cx="360000" cy="828000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AE3F0B35-8688-D359-4B45-AB336AC5C7F7}"/>
              </a:ext>
            </a:extLst>
          </p:cNvPr>
          <p:cNvSpPr/>
          <p:nvPr userDrawn="1"/>
        </p:nvSpPr>
        <p:spPr>
          <a:xfrm>
            <a:off x="0" y="828000"/>
            <a:ext cx="360000" cy="293510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15776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p met afbeelding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390F350-571C-48D8-1B43-3D7AC49EE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96891" y="1440000"/>
            <a:ext cx="5309755" cy="43513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nl-NL" dirty="0"/>
          </a:p>
        </p:txBody>
      </p:sp>
      <p:sp>
        <p:nvSpPr>
          <p:cNvPr id="10" name="Tijdelijke aanduiding voor inhoud 3">
            <a:extLst>
              <a:ext uri="{FF2B5EF4-FFF2-40B4-BE49-F238E27FC236}">
                <a16:creationId xmlns:a16="http://schemas.microsoft.com/office/drawing/2014/main" id="{B5277743-EA5C-6934-ADF2-0CF84B1B0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8000" y="1440000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9D2CA63-39B2-6A9B-E883-A29434766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252000"/>
            <a:ext cx="10515600" cy="72000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nl-NL" sz="4400" kern="1200" baseline="0" dirty="0">
                <a:solidFill>
                  <a:srgbClr val="013A57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2B55753C-8ADC-B3DC-FB6B-2390EF20997A}"/>
              </a:ext>
            </a:extLst>
          </p:cNvPr>
          <p:cNvSpPr/>
          <p:nvPr userDrawn="1"/>
        </p:nvSpPr>
        <p:spPr>
          <a:xfrm>
            <a:off x="0" y="3763108"/>
            <a:ext cx="360000" cy="3094892"/>
          </a:xfrm>
          <a:prstGeom prst="rect">
            <a:avLst/>
          </a:prstGeom>
          <a:solidFill>
            <a:srgbClr val="013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C0C262CF-603A-371A-F51F-6F03D5A7C350}"/>
              </a:ext>
            </a:extLst>
          </p:cNvPr>
          <p:cNvSpPr/>
          <p:nvPr userDrawn="1"/>
        </p:nvSpPr>
        <p:spPr>
          <a:xfrm>
            <a:off x="0" y="0"/>
            <a:ext cx="360000" cy="828000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3F17C76E-6768-9B26-CC33-E17E290F0D5A}"/>
              </a:ext>
            </a:extLst>
          </p:cNvPr>
          <p:cNvSpPr/>
          <p:nvPr userDrawn="1"/>
        </p:nvSpPr>
        <p:spPr>
          <a:xfrm>
            <a:off x="0" y="828000"/>
            <a:ext cx="360000" cy="293510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7155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p met afbeelding rond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al 10">
            <a:extLst>
              <a:ext uri="{FF2B5EF4-FFF2-40B4-BE49-F238E27FC236}">
                <a16:creationId xmlns:a16="http://schemas.microsoft.com/office/drawing/2014/main" id="{766FCF48-7AB6-38E3-FA4D-567413708A07}"/>
              </a:ext>
            </a:extLst>
          </p:cNvPr>
          <p:cNvSpPr/>
          <p:nvPr userDrawn="1"/>
        </p:nvSpPr>
        <p:spPr>
          <a:xfrm>
            <a:off x="838200" y="1485176"/>
            <a:ext cx="4260574" cy="4260574"/>
          </a:xfrm>
          <a:prstGeom prst="ellipse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390F350-571C-48D8-1B43-3D7AC49EE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24000" y="2170976"/>
            <a:ext cx="2888974" cy="2888974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nl-NL" dirty="0"/>
          </a:p>
        </p:txBody>
      </p:sp>
      <p:sp>
        <p:nvSpPr>
          <p:cNvPr id="10" name="Tijdelijke aanduiding voor inhoud 3">
            <a:extLst>
              <a:ext uri="{FF2B5EF4-FFF2-40B4-BE49-F238E27FC236}">
                <a16:creationId xmlns:a16="http://schemas.microsoft.com/office/drawing/2014/main" id="{B5277743-EA5C-6934-ADF2-0CF84B1B0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3747" y="1440000"/>
            <a:ext cx="5181600" cy="4351338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Clr>
                <a:srgbClr val="009FE3"/>
              </a:buClr>
              <a:buFont typeface="Arial" panose="020B0604020202020204" pitchFamily="34" charset="0"/>
              <a:buChar char="•"/>
              <a:defRPr lang="nl-NL" sz="2800" kern="1200" baseline="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l-NL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7D6A824-DFCD-B774-0135-CF375792F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252000"/>
            <a:ext cx="10515600" cy="72000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nl-NL" sz="4400" kern="1200" baseline="0" dirty="0">
                <a:solidFill>
                  <a:srgbClr val="013A57"/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nl-NL" dirty="0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A8F841B0-9BCA-6D18-CFB2-21FC73A33021}"/>
              </a:ext>
            </a:extLst>
          </p:cNvPr>
          <p:cNvSpPr/>
          <p:nvPr userDrawn="1"/>
        </p:nvSpPr>
        <p:spPr>
          <a:xfrm>
            <a:off x="0" y="3763108"/>
            <a:ext cx="360000" cy="3094892"/>
          </a:xfrm>
          <a:prstGeom prst="rect">
            <a:avLst/>
          </a:prstGeom>
          <a:solidFill>
            <a:srgbClr val="013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5E1A6D20-D829-F213-0A72-17A4884C980D}"/>
              </a:ext>
            </a:extLst>
          </p:cNvPr>
          <p:cNvSpPr/>
          <p:nvPr userDrawn="1"/>
        </p:nvSpPr>
        <p:spPr>
          <a:xfrm>
            <a:off x="0" y="0"/>
            <a:ext cx="360000" cy="828000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64494FFE-B311-6C03-BB55-6DA3416F7284}"/>
              </a:ext>
            </a:extLst>
          </p:cNvPr>
          <p:cNvSpPr/>
          <p:nvPr userDrawn="1"/>
        </p:nvSpPr>
        <p:spPr>
          <a:xfrm>
            <a:off x="0" y="828000"/>
            <a:ext cx="360000" cy="293510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35127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o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42B33835-B103-5AEA-47BC-77EB817C1146}"/>
              </a:ext>
            </a:extLst>
          </p:cNvPr>
          <p:cNvSpPr/>
          <p:nvPr userDrawn="1"/>
        </p:nvSpPr>
        <p:spPr>
          <a:xfrm>
            <a:off x="360000" y="0"/>
            <a:ext cx="11831654" cy="6858000"/>
          </a:xfrm>
          <a:prstGeom prst="rect">
            <a:avLst/>
          </a:prstGeom>
          <a:solidFill>
            <a:srgbClr val="013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2" name="Afbeelding 11" descr="Afbeelding met logo, Graphics, symbool, ontwerp&#10;&#10;Automatisch gegenereerde beschrijving">
            <a:extLst>
              <a:ext uri="{FF2B5EF4-FFF2-40B4-BE49-F238E27FC236}">
                <a16:creationId xmlns:a16="http://schemas.microsoft.com/office/drawing/2014/main" id="{323B079D-F14B-E396-78A9-2EC5D66F23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35648" y="1811866"/>
            <a:ext cx="3251484" cy="5046133"/>
          </a:xfrm>
          <a:prstGeom prst="rect">
            <a:avLst/>
          </a:prstGeom>
        </p:spPr>
      </p:pic>
      <p:pic>
        <p:nvPicPr>
          <p:cNvPr id="17" name="Afbeelding 16" descr="Afbeelding met buitenshuis, raam, hemel, gebouw&#10;&#10;Automatisch gegenereerde beschrijving">
            <a:extLst>
              <a:ext uri="{FF2B5EF4-FFF2-40B4-BE49-F238E27FC236}">
                <a16:creationId xmlns:a16="http://schemas.microsoft.com/office/drawing/2014/main" id="{F7CB8667-E398-11BD-EF50-227E8A9B25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340" y="0"/>
            <a:ext cx="7369682" cy="5534025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71B86FBF-E78E-62AC-4CE8-B351DF3CB38F}"/>
              </a:ext>
            </a:extLst>
          </p:cNvPr>
          <p:cNvSpPr/>
          <p:nvPr userDrawn="1"/>
        </p:nvSpPr>
        <p:spPr>
          <a:xfrm>
            <a:off x="-9526" y="3763108"/>
            <a:ext cx="369525" cy="3094892"/>
          </a:xfrm>
          <a:prstGeom prst="rect">
            <a:avLst/>
          </a:prstGeom>
          <a:solidFill>
            <a:srgbClr val="013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7630BFB4-47CF-735A-9505-99DCF9299DF1}"/>
              </a:ext>
            </a:extLst>
          </p:cNvPr>
          <p:cNvSpPr/>
          <p:nvPr userDrawn="1"/>
        </p:nvSpPr>
        <p:spPr>
          <a:xfrm>
            <a:off x="0" y="0"/>
            <a:ext cx="360000" cy="828000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53347A52-8CFE-0818-234D-CFC374E0D635}"/>
              </a:ext>
            </a:extLst>
          </p:cNvPr>
          <p:cNvSpPr/>
          <p:nvPr userDrawn="1"/>
        </p:nvSpPr>
        <p:spPr>
          <a:xfrm>
            <a:off x="0" y="828000"/>
            <a:ext cx="360000" cy="2935108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2" name="Picture 1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1EA5FB15-5839-2773-4B4B-9EEB738EDE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3472" t="20390" r="28589" b="20389"/>
          <a:stretch/>
        </p:blipFill>
        <p:spPr>
          <a:xfrm>
            <a:off x="8120238" y="285751"/>
            <a:ext cx="3481623" cy="169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61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 descr="Afbeelding met Graphics, cirkel, Lettertype, logo&#10;&#10;Automatisch gegenereerde beschrijving">
            <a:extLst>
              <a:ext uri="{FF2B5EF4-FFF2-40B4-BE49-F238E27FC236}">
                <a16:creationId xmlns:a16="http://schemas.microsoft.com/office/drawing/2014/main" id="{7DB07AE5-7862-53FF-BBA5-0CC201B7745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035283"/>
            <a:ext cx="747413" cy="747413"/>
          </a:xfrm>
          <a:prstGeom prst="rect">
            <a:avLst/>
          </a:prstGeom>
        </p:spPr>
      </p:pic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A36CC26-56EF-E701-81B7-FDE11454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AE2F787-D677-A514-6BAA-573E50C63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7490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027686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0" r:id="rId2"/>
    <p:sldLayoutId id="2147483654" r:id="rId3"/>
    <p:sldLayoutId id="2147483662" r:id="rId4"/>
    <p:sldLayoutId id="2147483663" r:id="rId5"/>
    <p:sldLayoutId id="2147483652" r:id="rId6"/>
    <p:sldLayoutId id="2147483657" r:id="rId7"/>
    <p:sldLayoutId id="2147483660" r:id="rId8"/>
    <p:sldLayoutId id="2147483661" r:id="rId9"/>
    <p:sldLayoutId id="2147483649" r:id="rId10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nl-NL" sz="4400" kern="1200" baseline="0" dirty="0">
          <a:solidFill>
            <a:srgbClr val="013A57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9FE3"/>
        </a:buClr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FE3"/>
        </a:buClr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FE3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FE3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9FE3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240F4-4EBB-ED2E-2A64-1637EC6D9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E872-1745-B794-77DC-B12ED6B3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621" y="314842"/>
            <a:ext cx="4116920" cy="1722726"/>
          </a:xfrm>
        </p:spPr>
        <p:txBody>
          <a:bodyPr>
            <a:noAutofit/>
          </a:bodyPr>
          <a:lstStyle/>
          <a:p>
            <a:r>
              <a:rPr lang="nl-NL" sz="2000" dirty="0"/>
              <a:t>4. Hoe werkt het distribueren van events/streams met open source technologie in een </a:t>
            </a:r>
            <a:r>
              <a:rPr lang="nl-NL" sz="2000" dirty="0" err="1"/>
              <a:t>PoC</a:t>
            </a:r>
            <a:r>
              <a:rPr lang="nl-NL" sz="2000" dirty="0"/>
              <a:t> opstelling samen met een </a:t>
            </a:r>
            <a:r>
              <a:rPr lang="nl-NL" sz="2000" dirty="0" err="1"/>
              <a:t>authorization</a:t>
            </a:r>
            <a:r>
              <a:rPr lang="nl-NL" sz="2000" dirty="0"/>
              <a:t> register?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4BE280A-B425-3C43-8996-767ED578FD77}"/>
              </a:ext>
            </a:extLst>
          </p:cNvPr>
          <p:cNvGrpSpPr/>
          <p:nvPr/>
        </p:nvGrpSpPr>
        <p:grpSpPr>
          <a:xfrm>
            <a:off x="8840938" y="3314110"/>
            <a:ext cx="3164329" cy="1173880"/>
            <a:chOff x="8819863" y="2703547"/>
            <a:chExt cx="3164329" cy="1173880"/>
          </a:xfrm>
        </p:grpSpPr>
        <p:sp>
          <p:nvSpPr>
            <p:cNvPr id="22" name="Tekstvak 27">
              <a:extLst>
                <a:ext uri="{FF2B5EF4-FFF2-40B4-BE49-F238E27FC236}">
                  <a16:creationId xmlns:a16="http://schemas.microsoft.com/office/drawing/2014/main" id="{CB4BAA65-8F6C-08C4-E8C6-F833E833C4E0}"/>
                </a:ext>
              </a:extLst>
            </p:cNvPr>
            <p:cNvSpPr txBox="1"/>
            <p:nvPr/>
          </p:nvSpPr>
          <p:spPr>
            <a:xfrm>
              <a:off x="10304616" y="3538873"/>
              <a:ext cx="16795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600" dirty="0">
                  <a:solidFill>
                    <a:srgbClr val="003A56"/>
                  </a:solidFill>
                </a:rPr>
                <a:t>DATA PROVIDER</a:t>
              </a:r>
            </a:p>
          </p:txBody>
        </p:sp>
        <p:sp>
          <p:nvSpPr>
            <p:cNvPr id="52" name="Ovaal 19">
              <a:extLst>
                <a:ext uri="{FF2B5EF4-FFF2-40B4-BE49-F238E27FC236}">
                  <a16:creationId xmlns:a16="http://schemas.microsoft.com/office/drawing/2014/main" id="{A4DE28ED-5F25-62C6-FDBF-12FBD86A8878}"/>
                </a:ext>
              </a:extLst>
            </p:cNvPr>
            <p:cNvSpPr/>
            <p:nvPr/>
          </p:nvSpPr>
          <p:spPr>
            <a:xfrm>
              <a:off x="10539892" y="2703547"/>
              <a:ext cx="824218" cy="7473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dist="12700" dir="492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grpSp>
          <p:nvGrpSpPr>
            <p:cNvPr id="53" name="Groep 20">
              <a:extLst>
                <a:ext uri="{FF2B5EF4-FFF2-40B4-BE49-F238E27FC236}">
                  <a16:creationId xmlns:a16="http://schemas.microsoft.com/office/drawing/2014/main" id="{1D60C7D5-4AD8-54B7-65DB-CDF1D82C214B}"/>
                </a:ext>
              </a:extLst>
            </p:cNvPr>
            <p:cNvGrpSpPr/>
            <p:nvPr/>
          </p:nvGrpSpPr>
          <p:grpSpPr>
            <a:xfrm>
              <a:off x="10586726" y="2831202"/>
              <a:ext cx="440539" cy="440539"/>
              <a:chOff x="1381011" y="2457529"/>
              <a:chExt cx="440539" cy="440539"/>
            </a:xfrm>
          </p:grpSpPr>
          <p:sp>
            <p:nvSpPr>
              <p:cNvPr id="54" name="Ovaal 21">
                <a:extLst>
                  <a:ext uri="{FF2B5EF4-FFF2-40B4-BE49-F238E27FC236}">
                    <a16:creationId xmlns:a16="http://schemas.microsoft.com/office/drawing/2014/main" id="{E3217C37-0764-1B77-7ABD-59DC5E5098C7}"/>
                  </a:ext>
                </a:extLst>
              </p:cNvPr>
              <p:cNvSpPr/>
              <p:nvPr/>
            </p:nvSpPr>
            <p:spPr>
              <a:xfrm>
                <a:off x="1381011" y="2457529"/>
                <a:ext cx="440539" cy="4405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12700" dir="492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  <p:pic>
            <p:nvPicPr>
              <p:cNvPr id="55" name="Afbeelding 22">
                <a:extLst>
                  <a:ext uri="{FF2B5EF4-FFF2-40B4-BE49-F238E27FC236}">
                    <a16:creationId xmlns:a16="http://schemas.microsoft.com/office/drawing/2014/main" id="{C4631FBF-68CC-A2A0-E4E8-095182736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9145" y="2594919"/>
                <a:ext cx="203939" cy="169226"/>
              </a:xfrm>
              <a:prstGeom prst="rect">
                <a:avLst/>
              </a:prstGeom>
            </p:spPr>
          </p:pic>
        </p:grpSp>
        <p:cxnSp>
          <p:nvCxnSpPr>
            <p:cNvPr id="56" name="Rechte verbindingslijn met pijl 34">
              <a:extLst>
                <a:ext uri="{FF2B5EF4-FFF2-40B4-BE49-F238E27FC236}">
                  <a16:creationId xmlns:a16="http://schemas.microsoft.com/office/drawing/2014/main" id="{22803680-589B-DB80-AC56-1D3F42E77362}"/>
                </a:ext>
              </a:extLst>
            </p:cNvPr>
            <p:cNvCxnSpPr>
              <a:cxnSpLocks/>
              <a:stCxn id="52" idx="2"/>
            </p:cNvCxnSpPr>
            <p:nvPr/>
          </p:nvCxnSpPr>
          <p:spPr>
            <a:xfrm flipH="1">
              <a:off x="8819863" y="3077215"/>
              <a:ext cx="17200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kstvak 52">
              <a:extLst>
                <a:ext uri="{FF2B5EF4-FFF2-40B4-BE49-F238E27FC236}">
                  <a16:creationId xmlns:a16="http://schemas.microsoft.com/office/drawing/2014/main" id="{B137A0FD-E5E9-B846-F3B7-EAC1075CCB1D}"/>
                </a:ext>
              </a:extLst>
            </p:cNvPr>
            <p:cNvSpPr txBox="1"/>
            <p:nvPr/>
          </p:nvSpPr>
          <p:spPr>
            <a:xfrm>
              <a:off x="9057227" y="2734287"/>
              <a:ext cx="140076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dirty="0"/>
                <a:t>3. </a:t>
              </a:r>
              <a:r>
                <a:rPr lang="nl-NL" sz="1400" dirty="0" err="1"/>
                <a:t>Publish</a:t>
              </a:r>
              <a:r>
                <a:rPr lang="nl-NL" sz="1400" dirty="0"/>
                <a:t> topic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B45D17E-2521-A671-878E-1879FDE80C86}"/>
              </a:ext>
            </a:extLst>
          </p:cNvPr>
          <p:cNvGrpSpPr/>
          <p:nvPr/>
        </p:nvGrpSpPr>
        <p:grpSpPr>
          <a:xfrm>
            <a:off x="4565644" y="1414303"/>
            <a:ext cx="4313611" cy="3967123"/>
            <a:chOff x="4603337" y="142002"/>
            <a:chExt cx="4313611" cy="3967123"/>
          </a:xfrm>
        </p:grpSpPr>
        <p:sp>
          <p:nvSpPr>
            <p:cNvPr id="7" name="Ovaal 19">
              <a:extLst>
                <a:ext uri="{FF2B5EF4-FFF2-40B4-BE49-F238E27FC236}">
                  <a16:creationId xmlns:a16="http://schemas.microsoft.com/office/drawing/2014/main" id="{DCF10D8C-68BC-8F9E-F384-E4AB16B0359A}"/>
                </a:ext>
              </a:extLst>
            </p:cNvPr>
            <p:cNvSpPr/>
            <p:nvPr/>
          </p:nvSpPr>
          <p:spPr>
            <a:xfrm>
              <a:off x="4603337" y="142002"/>
              <a:ext cx="4313611" cy="39671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dist="12700" dir="492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DE508566-1DE0-C3D2-0CCA-925CCCBA9EB9}"/>
                </a:ext>
              </a:extLst>
            </p:cNvPr>
            <p:cNvGrpSpPr/>
            <p:nvPr/>
          </p:nvGrpSpPr>
          <p:grpSpPr>
            <a:xfrm>
              <a:off x="4642460" y="257585"/>
              <a:ext cx="4223765" cy="3625302"/>
              <a:chOff x="4642460" y="257585"/>
              <a:chExt cx="4223765" cy="3625302"/>
            </a:xfrm>
          </p:grpSpPr>
          <p:sp>
            <p:nvSpPr>
              <p:cNvPr id="8" name="Ovaal 19">
                <a:extLst>
                  <a:ext uri="{FF2B5EF4-FFF2-40B4-BE49-F238E27FC236}">
                    <a16:creationId xmlns:a16="http://schemas.microsoft.com/office/drawing/2014/main" id="{BC6B761F-3B85-BC76-1451-E6AD32683F1E}"/>
                  </a:ext>
                </a:extLst>
              </p:cNvPr>
              <p:cNvSpPr/>
              <p:nvPr/>
            </p:nvSpPr>
            <p:spPr>
              <a:xfrm>
                <a:off x="5631093" y="2941435"/>
                <a:ext cx="2144379" cy="94145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12700" dir="492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cxnSp>
            <p:nvCxnSpPr>
              <p:cNvPr id="21" name="Rechte verbindingslijn met pijl 53">
                <a:extLst>
                  <a:ext uri="{FF2B5EF4-FFF2-40B4-BE49-F238E27FC236}">
                    <a16:creationId xmlns:a16="http://schemas.microsoft.com/office/drawing/2014/main" id="{D199BDC7-B905-6E60-861C-371A01503D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1396" y="2410304"/>
                <a:ext cx="984885" cy="8311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791F994-5BB2-B860-19F0-D0BF81380C48}"/>
                  </a:ext>
                </a:extLst>
              </p:cNvPr>
              <p:cNvSpPr txBox="1"/>
              <p:nvPr/>
            </p:nvSpPr>
            <p:spPr>
              <a:xfrm>
                <a:off x="6152379" y="3241460"/>
                <a:ext cx="1063625" cy="553998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chemeClr val="bg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000" dirty="0"/>
                  <a:t>Authentication &amp; Authorisation</a:t>
                </a:r>
              </a:p>
              <a:p>
                <a:pPr algn="ctr"/>
                <a:r>
                  <a:rPr lang="en-GB" sz="1000" dirty="0"/>
                  <a:t>Check</a:t>
                </a:r>
              </a:p>
            </p:txBody>
          </p:sp>
          <p:grpSp>
            <p:nvGrpSpPr>
              <p:cNvPr id="28" name="Group 33">
                <a:extLst>
                  <a:ext uri="{FF2B5EF4-FFF2-40B4-BE49-F238E27FC236}">
                    <a16:creationId xmlns:a16="http://schemas.microsoft.com/office/drawing/2014/main" id="{CE192C1A-E5BC-F2B3-476A-0DFC2855A2F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7024206" y="3492681"/>
                <a:ext cx="425451" cy="366713"/>
                <a:chOff x="3365" y="3048"/>
                <a:chExt cx="268" cy="231"/>
              </a:xfrm>
            </p:grpSpPr>
            <p:sp>
              <p:nvSpPr>
                <p:cNvPr id="29" name="Freeform 36">
                  <a:extLst>
                    <a:ext uri="{FF2B5EF4-FFF2-40B4-BE49-F238E27FC236}">
                      <a16:creationId xmlns:a16="http://schemas.microsoft.com/office/drawing/2014/main" id="{6B60FB2C-5171-1289-3F08-DBE56C925A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8" y="3151"/>
                  <a:ext cx="22" cy="11"/>
                </a:xfrm>
                <a:custGeom>
                  <a:avLst/>
                  <a:gdLst>
                    <a:gd name="T0" fmla="*/ 30 w 35"/>
                    <a:gd name="T1" fmla="*/ 4 h 17"/>
                    <a:gd name="T2" fmla="*/ 30 w 35"/>
                    <a:gd name="T3" fmla="*/ 4 h 17"/>
                    <a:gd name="T4" fmla="*/ 4 w 35"/>
                    <a:gd name="T5" fmla="*/ 0 h 17"/>
                    <a:gd name="T6" fmla="*/ 2 w 35"/>
                    <a:gd name="T7" fmla="*/ 5 h 17"/>
                    <a:gd name="T8" fmla="*/ 0 w 35"/>
                    <a:gd name="T9" fmla="*/ 12 h 17"/>
                    <a:gd name="T10" fmla="*/ 30 w 35"/>
                    <a:gd name="T11" fmla="*/ 17 h 17"/>
                    <a:gd name="T12" fmla="*/ 35 w 35"/>
                    <a:gd name="T13" fmla="*/ 17 h 17"/>
                    <a:gd name="T14" fmla="*/ 35 w 35"/>
                    <a:gd name="T15" fmla="*/ 4 h 17"/>
                    <a:gd name="T16" fmla="*/ 30 w 35"/>
                    <a:gd name="T17" fmla="*/ 4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5" h="17">
                      <a:moveTo>
                        <a:pt x="30" y="4"/>
                      </a:moveTo>
                      <a:lnTo>
                        <a:pt x="30" y="4"/>
                      </a:lnTo>
                      <a:cubicBezTo>
                        <a:pt x="21" y="4"/>
                        <a:pt x="12" y="2"/>
                        <a:pt x="4" y="0"/>
                      </a:cubicBezTo>
                      <a:cubicBezTo>
                        <a:pt x="3" y="1"/>
                        <a:pt x="3" y="3"/>
                        <a:pt x="2" y="5"/>
                      </a:cubicBezTo>
                      <a:cubicBezTo>
                        <a:pt x="2" y="8"/>
                        <a:pt x="1" y="10"/>
                        <a:pt x="0" y="12"/>
                      </a:cubicBezTo>
                      <a:cubicBezTo>
                        <a:pt x="9" y="16"/>
                        <a:pt x="19" y="17"/>
                        <a:pt x="30" y="17"/>
                      </a:cubicBezTo>
                      <a:cubicBezTo>
                        <a:pt x="32" y="17"/>
                        <a:pt x="34" y="17"/>
                        <a:pt x="35" y="17"/>
                      </a:cubicBezTo>
                      <a:lnTo>
                        <a:pt x="35" y="4"/>
                      </a:lnTo>
                      <a:cubicBezTo>
                        <a:pt x="34" y="4"/>
                        <a:pt x="32" y="4"/>
                        <a:pt x="30" y="4"/>
                      </a:cubicBezTo>
                      <a:close/>
                    </a:path>
                  </a:pathLst>
                </a:custGeom>
                <a:solidFill>
                  <a:srgbClr val="2D2D77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0" name="Freeform 37">
                  <a:extLst>
                    <a:ext uri="{FF2B5EF4-FFF2-40B4-BE49-F238E27FC236}">
                      <a16:creationId xmlns:a16="http://schemas.microsoft.com/office/drawing/2014/main" id="{342A3BDD-2CA7-D52B-4CCD-1C08C4151A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4" y="3048"/>
                  <a:ext cx="103" cy="39"/>
                </a:xfrm>
                <a:custGeom>
                  <a:avLst/>
                  <a:gdLst>
                    <a:gd name="T0" fmla="*/ 86 w 170"/>
                    <a:gd name="T1" fmla="*/ 0 h 62"/>
                    <a:gd name="T2" fmla="*/ 86 w 170"/>
                    <a:gd name="T3" fmla="*/ 0 h 62"/>
                    <a:gd name="T4" fmla="*/ 0 w 170"/>
                    <a:gd name="T5" fmla="*/ 56 h 62"/>
                    <a:gd name="T6" fmla="*/ 12 w 170"/>
                    <a:gd name="T7" fmla="*/ 62 h 62"/>
                    <a:gd name="T8" fmla="*/ 86 w 170"/>
                    <a:gd name="T9" fmla="*/ 12 h 62"/>
                    <a:gd name="T10" fmla="*/ 155 w 170"/>
                    <a:gd name="T11" fmla="*/ 52 h 62"/>
                    <a:gd name="T12" fmla="*/ 170 w 170"/>
                    <a:gd name="T13" fmla="*/ 52 h 62"/>
                    <a:gd name="T14" fmla="*/ 86 w 170"/>
                    <a:gd name="T15" fmla="*/ 0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70" h="62">
                      <a:moveTo>
                        <a:pt x="86" y="0"/>
                      </a:moveTo>
                      <a:lnTo>
                        <a:pt x="86" y="0"/>
                      </a:lnTo>
                      <a:cubicBezTo>
                        <a:pt x="47" y="0"/>
                        <a:pt x="14" y="22"/>
                        <a:pt x="0" y="56"/>
                      </a:cubicBezTo>
                      <a:cubicBezTo>
                        <a:pt x="4" y="58"/>
                        <a:pt x="8" y="60"/>
                        <a:pt x="12" y="62"/>
                      </a:cubicBezTo>
                      <a:cubicBezTo>
                        <a:pt x="24" y="33"/>
                        <a:pt x="53" y="12"/>
                        <a:pt x="86" y="12"/>
                      </a:cubicBezTo>
                      <a:cubicBezTo>
                        <a:pt x="116" y="12"/>
                        <a:pt x="141" y="28"/>
                        <a:pt x="155" y="52"/>
                      </a:cubicBezTo>
                      <a:lnTo>
                        <a:pt x="170" y="52"/>
                      </a:lnTo>
                      <a:cubicBezTo>
                        <a:pt x="155" y="21"/>
                        <a:pt x="123" y="0"/>
                        <a:pt x="86" y="0"/>
                      </a:cubicBezTo>
                      <a:close/>
                    </a:path>
                  </a:pathLst>
                </a:custGeom>
                <a:solidFill>
                  <a:srgbClr val="2D2D77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1" name="Freeform 38">
                  <a:extLst>
                    <a:ext uri="{FF2B5EF4-FFF2-40B4-BE49-F238E27FC236}">
                      <a16:creationId xmlns:a16="http://schemas.microsoft.com/office/drawing/2014/main" id="{DA150F18-DC2D-1269-CB4F-97927A2CB2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03" y="3099"/>
                  <a:ext cx="30" cy="53"/>
                </a:xfrm>
                <a:custGeom>
                  <a:avLst/>
                  <a:gdLst>
                    <a:gd name="T0" fmla="*/ 36 w 50"/>
                    <a:gd name="T1" fmla="*/ 1 h 86"/>
                    <a:gd name="T2" fmla="*/ 36 w 50"/>
                    <a:gd name="T3" fmla="*/ 1 h 86"/>
                    <a:gd name="T4" fmla="*/ 37 w 50"/>
                    <a:gd name="T5" fmla="*/ 8 h 86"/>
                    <a:gd name="T6" fmla="*/ 0 w 50"/>
                    <a:gd name="T7" fmla="*/ 75 h 86"/>
                    <a:gd name="T8" fmla="*/ 9 w 50"/>
                    <a:gd name="T9" fmla="*/ 86 h 86"/>
                    <a:gd name="T10" fmla="*/ 50 w 50"/>
                    <a:gd name="T11" fmla="*/ 8 h 86"/>
                    <a:gd name="T12" fmla="*/ 49 w 50"/>
                    <a:gd name="T13" fmla="*/ 1 h 86"/>
                    <a:gd name="T14" fmla="*/ 43 w 50"/>
                    <a:gd name="T15" fmla="*/ 0 h 86"/>
                    <a:gd name="T16" fmla="*/ 36 w 50"/>
                    <a:gd name="T17" fmla="*/ 1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50" h="86">
                      <a:moveTo>
                        <a:pt x="36" y="1"/>
                      </a:moveTo>
                      <a:lnTo>
                        <a:pt x="36" y="1"/>
                      </a:lnTo>
                      <a:cubicBezTo>
                        <a:pt x="36" y="3"/>
                        <a:pt x="37" y="6"/>
                        <a:pt x="37" y="8"/>
                      </a:cubicBezTo>
                      <a:cubicBezTo>
                        <a:pt x="37" y="36"/>
                        <a:pt x="22" y="61"/>
                        <a:pt x="0" y="75"/>
                      </a:cubicBezTo>
                      <a:cubicBezTo>
                        <a:pt x="3" y="79"/>
                        <a:pt x="5" y="83"/>
                        <a:pt x="9" y="86"/>
                      </a:cubicBezTo>
                      <a:cubicBezTo>
                        <a:pt x="33" y="69"/>
                        <a:pt x="50" y="41"/>
                        <a:pt x="50" y="8"/>
                      </a:cubicBezTo>
                      <a:cubicBezTo>
                        <a:pt x="50" y="6"/>
                        <a:pt x="50" y="3"/>
                        <a:pt x="49" y="1"/>
                      </a:cubicBezTo>
                      <a:cubicBezTo>
                        <a:pt x="47" y="1"/>
                        <a:pt x="45" y="0"/>
                        <a:pt x="43" y="0"/>
                      </a:cubicBezTo>
                      <a:cubicBezTo>
                        <a:pt x="41" y="0"/>
                        <a:pt x="38" y="1"/>
                        <a:pt x="36" y="1"/>
                      </a:cubicBezTo>
                      <a:close/>
                    </a:path>
                  </a:pathLst>
                </a:custGeom>
                <a:solidFill>
                  <a:srgbClr val="2D2D77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2" name="Freeform 39">
                  <a:extLst>
                    <a:ext uri="{FF2B5EF4-FFF2-40B4-BE49-F238E27FC236}">
                      <a16:creationId xmlns:a16="http://schemas.microsoft.com/office/drawing/2014/main" id="{3AAA2962-66A3-B3DF-E463-05FD24FF85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80" y="3146"/>
                  <a:ext cx="28" cy="16"/>
                </a:xfrm>
                <a:custGeom>
                  <a:avLst/>
                  <a:gdLst>
                    <a:gd name="T0" fmla="*/ 38 w 47"/>
                    <a:gd name="T1" fmla="*/ 0 h 26"/>
                    <a:gd name="T2" fmla="*/ 38 w 47"/>
                    <a:gd name="T3" fmla="*/ 0 h 26"/>
                    <a:gd name="T4" fmla="*/ 0 w 47"/>
                    <a:gd name="T5" fmla="*/ 13 h 26"/>
                    <a:gd name="T6" fmla="*/ 0 w 47"/>
                    <a:gd name="T7" fmla="*/ 26 h 26"/>
                    <a:gd name="T8" fmla="*/ 47 w 47"/>
                    <a:gd name="T9" fmla="*/ 11 h 26"/>
                    <a:gd name="T10" fmla="*/ 38 w 47"/>
                    <a:gd name="T11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7" h="26">
                      <a:moveTo>
                        <a:pt x="38" y="0"/>
                      </a:moveTo>
                      <a:lnTo>
                        <a:pt x="38" y="0"/>
                      </a:lnTo>
                      <a:cubicBezTo>
                        <a:pt x="27" y="7"/>
                        <a:pt x="14" y="12"/>
                        <a:pt x="0" y="13"/>
                      </a:cubicBezTo>
                      <a:lnTo>
                        <a:pt x="0" y="26"/>
                      </a:lnTo>
                      <a:cubicBezTo>
                        <a:pt x="17" y="25"/>
                        <a:pt x="33" y="20"/>
                        <a:pt x="47" y="11"/>
                      </a:cubicBezTo>
                      <a:cubicBezTo>
                        <a:pt x="43" y="8"/>
                        <a:pt x="41" y="4"/>
                        <a:pt x="38" y="0"/>
                      </a:cubicBezTo>
                      <a:close/>
                    </a:path>
                  </a:pathLst>
                </a:custGeom>
                <a:solidFill>
                  <a:srgbClr val="2D2D77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3" name="Freeform 40">
                  <a:extLst>
                    <a:ext uri="{FF2B5EF4-FFF2-40B4-BE49-F238E27FC236}">
                      <a16:creationId xmlns:a16="http://schemas.microsoft.com/office/drawing/2014/main" id="{C2BEC5A7-754D-3EDB-E85E-B15FE65CFE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618" y="3080"/>
                  <a:ext cx="14" cy="20"/>
                </a:xfrm>
                <a:custGeom>
                  <a:avLst/>
                  <a:gdLst>
                    <a:gd name="T0" fmla="*/ 17 w 23"/>
                    <a:gd name="T1" fmla="*/ 31 h 32"/>
                    <a:gd name="T2" fmla="*/ 17 w 23"/>
                    <a:gd name="T3" fmla="*/ 31 h 32"/>
                    <a:gd name="T4" fmla="*/ 23 w 23"/>
                    <a:gd name="T5" fmla="*/ 32 h 32"/>
                    <a:gd name="T6" fmla="*/ 15 w 23"/>
                    <a:gd name="T7" fmla="*/ 0 h 32"/>
                    <a:gd name="T8" fmla="*/ 0 w 23"/>
                    <a:gd name="T9" fmla="*/ 0 h 32"/>
                    <a:gd name="T10" fmla="*/ 10 w 23"/>
                    <a:gd name="T11" fmla="*/ 32 h 32"/>
                    <a:gd name="T12" fmla="*/ 17 w 23"/>
                    <a:gd name="T13" fmla="*/ 31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3" h="32">
                      <a:moveTo>
                        <a:pt x="17" y="31"/>
                      </a:moveTo>
                      <a:lnTo>
                        <a:pt x="17" y="31"/>
                      </a:lnTo>
                      <a:cubicBezTo>
                        <a:pt x="19" y="31"/>
                        <a:pt x="21" y="32"/>
                        <a:pt x="23" y="32"/>
                      </a:cubicBezTo>
                      <a:cubicBezTo>
                        <a:pt x="23" y="21"/>
                        <a:pt x="20" y="10"/>
                        <a:pt x="15" y="0"/>
                      </a:cubicBezTo>
                      <a:lnTo>
                        <a:pt x="0" y="0"/>
                      </a:lnTo>
                      <a:cubicBezTo>
                        <a:pt x="6" y="10"/>
                        <a:pt x="9" y="21"/>
                        <a:pt x="10" y="32"/>
                      </a:cubicBezTo>
                      <a:cubicBezTo>
                        <a:pt x="12" y="32"/>
                        <a:pt x="15" y="31"/>
                        <a:pt x="17" y="31"/>
                      </a:cubicBezTo>
                      <a:close/>
                    </a:path>
                  </a:pathLst>
                </a:custGeom>
                <a:solidFill>
                  <a:srgbClr val="D5EBEA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4" name="Freeform 47">
                  <a:extLst>
                    <a:ext uri="{FF2B5EF4-FFF2-40B4-BE49-F238E27FC236}">
                      <a16:creationId xmlns:a16="http://schemas.microsoft.com/office/drawing/2014/main" id="{42255D2B-7608-9765-D1D0-7979F7D58D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8" y="3087"/>
                  <a:ext cx="35" cy="64"/>
                </a:xfrm>
                <a:custGeom>
                  <a:avLst/>
                  <a:gdLst>
                    <a:gd name="T0" fmla="*/ 15 w 58"/>
                    <a:gd name="T1" fmla="*/ 50 h 105"/>
                    <a:gd name="T2" fmla="*/ 15 w 58"/>
                    <a:gd name="T3" fmla="*/ 50 h 105"/>
                    <a:gd name="T4" fmla="*/ 9 w 58"/>
                    <a:gd name="T5" fmla="*/ 66 h 105"/>
                    <a:gd name="T6" fmla="*/ 54 w 58"/>
                    <a:gd name="T7" fmla="*/ 105 h 105"/>
                    <a:gd name="T8" fmla="*/ 47 w 58"/>
                    <a:gd name="T9" fmla="*/ 43 h 105"/>
                    <a:gd name="T10" fmla="*/ 6 w 58"/>
                    <a:gd name="T11" fmla="*/ 0 h 105"/>
                    <a:gd name="T12" fmla="*/ 0 w 58"/>
                    <a:gd name="T13" fmla="*/ 29 h 105"/>
                    <a:gd name="T14" fmla="*/ 15 w 58"/>
                    <a:gd name="T15" fmla="*/ 50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58" h="105">
                      <a:moveTo>
                        <a:pt x="15" y="50"/>
                      </a:moveTo>
                      <a:lnTo>
                        <a:pt x="15" y="50"/>
                      </a:lnTo>
                      <a:cubicBezTo>
                        <a:pt x="15" y="56"/>
                        <a:pt x="13" y="62"/>
                        <a:pt x="9" y="66"/>
                      </a:cubicBezTo>
                      <a:cubicBezTo>
                        <a:pt x="18" y="84"/>
                        <a:pt x="34" y="98"/>
                        <a:pt x="54" y="105"/>
                      </a:cubicBezTo>
                      <a:cubicBezTo>
                        <a:pt x="58" y="84"/>
                        <a:pt x="56" y="63"/>
                        <a:pt x="47" y="43"/>
                      </a:cubicBezTo>
                      <a:cubicBezTo>
                        <a:pt x="37" y="24"/>
                        <a:pt x="23" y="9"/>
                        <a:pt x="6" y="0"/>
                      </a:cubicBezTo>
                      <a:cubicBezTo>
                        <a:pt x="2" y="9"/>
                        <a:pt x="0" y="19"/>
                        <a:pt x="0" y="29"/>
                      </a:cubicBezTo>
                      <a:cubicBezTo>
                        <a:pt x="9" y="32"/>
                        <a:pt x="15" y="41"/>
                        <a:pt x="15" y="50"/>
                      </a:cubicBezTo>
                      <a:close/>
                    </a:path>
                  </a:pathLst>
                </a:custGeom>
                <a:solidFill>
                  <a:srgbClr val="64C0B8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5" name="Freeform 48">
                  <a:extLst>
                    <a:ext uri="{FF2B5EF4-FFF2-40B4-BE49-F238E27FC236}">
                      <a16:creationId xmlns:a16="http://schemas.microsoft.com/office/drawing/2014/main" id="{342DEB35-305E-95CE-1FA0-5109E8E31D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65" y="3077"/>
                  <a:ext cx="193" cy="202"/>
                </a:xfrm>
                <a:custGeom>
                  <a:avLst/>
                  <a:gdLst>
                    <a:gd name="T0" fmla="*/ 266 w 319"/>
                    <a:gd name="T1" fmla="*/ 87 h 328"/>
                    <a:gd name="T2" fmla="*/ 266 w 319"/>
                    <a:gd name="T3" fmla="*/ 87 h 328"/>
                    <a:gd name="T4" fmla="*/ 262 w 319"/>
                    <a:gd name="T5" fmla="*/ 88 h 328"/>
                    <a:gd name="T6" fmla="*/ 240 w 319"/>
                    <a:gd name="T7" fmla="*/ 66 h 328"/>
                    <a:gd name="T8" fmla="*/ 256 w 319"/>
                    <a:gd name="T9" fmla="*/ 44 h 328"/>
                    <a:gd name="T10" fmla="*/ 263 w 319"/>
                    <a:gd name="T11" fmla="*/ 9 h 328"/>
                    <a:gd name="T12" fmla="*/ 242 w 319"/>
                    <a:gd name="T13" fmla="*/ 4 h 328"/>
                    <a:gd name="T14" fmla="*/ 175 w 319"/>
                    <a:gd name="T15" fmla="*/ 18 h 328"/>
                    <a:gd name="T16" fmla="*/ 132 w 319"/>
                    <a:gd name="T17" fmla="*/ 87 h 328"/>
                    <a:gd name="T18" fmla="*/ 135 w 319"/>
                    <a:gd name="T19" fmla="*/ 127 h 328"/>
                    <a:gd name="T20" fmla="*/ 134 w 319"/>
                    <a:gd name="T21" fmla="*/ 130 h 328"/>
                    <a:gd name="T22" fmla="*/ 123 w 319"/>
                    <a:gd name="T23" fmla="*/ 139 h 328"/>
                    <a:gd name="T24" fmla="*/ 122 w 319"/>
                    <a:gd name="T25" fmla="*/ 156 h 328"/>
                    <a:gd name="T26" fmla="*/ 123 w 319"/>
                    <a:gd name="T27" fmla="*/ 158 h 328"/>
                    <a:gd name="T28" fmla="*/ 95 w 319"/>
                    <a:gd name="T29" fmla="*/ 185 h 328"/>
                    <a:gd name="T30" fmla="*/ 48 w 319"/>
                    <a:gd name="T31" fmla="*/ 233 h 328"/>
                    <a:gd name="T32" fmla="*/ 3 w 319"/>
                    <a:gd name="T33" fmla="*/ 277 h 328"/>
                    <a:gd name="T34" fmla="*/ 0 w 319"/>
                    <a:gd name="T35" fmla="*/ 286 h 328"/>
                    <a:gd name="T36" fmla="*/ 1 w 319"/>
                    <a:gd name="T37" fmla="*/ 320 h 328"/>
                    <a:gd name="T38" fmla="*/ 7 w 319"/>
                    <a:gd name="T39" fmla="*/ 326 h 328"/>
                    <a:gd name="T40" fmla="*/ 45 w 319"/>
                    <a:gd name="T41" fmla="*/ 327 h 328"/>
                    <a:gd name="T42" fmla="*/ 50 w 319"/>
                    <a:gd name="T43" fmla="*/ 323 h 328"/>
                    <a:gd name="T44" fmla="*/ 51 w 319"/>
                    <a:gd name="T45" fmla="*/ 307 h 328"/>
                    <a:gd name="T46" fmla="*/ 57 w 319"/>
                    <a:gd name="T47" fmla="*/ 302 h 328"/>
                    <a:gd name="T48" fmla="*/ 72 w 319"/>
                    <a:gd name="T49" fmla="*/ 302 h 328"/>
                    <a:gd name="T50" fmla="*/ 79 w 319"/>
                    <a:gd name="T51" fmla="*/ 299 h 328"/>
                    <a:gd name="T52" fmla="*/ 89 w 319"/>
                    <a:gd name="T53" fmla="*/ 290 h 328"/>
                    <a:gd name="T54" fmla="*/ 91 w 319"/>
                    <a:gd name="T55" fmla="*/ 283 h 328"/>
                    <a:gd name="T56" fmla="*/ 91 w 319"/>
                    <a:gd name="T57" fmla="*/ 267 h 328"/>
                    <a:gd name="T58" fmla="*/ 98 w 319"/>
                    <a:gd name="T59" fmla="*/ 259 h 328"/>
                    <a:gd name="T60" fmla="*/ 117 w 319"/>
                    <a:gd name="T61" fmla="*/ 258 h 328"/>
                    <a:gd name="T62" fmla="*/ 121 w 319"/>
                    <a:gd name="T63" fmla="*/ 253 h 328"/>
                    <a:gd name="T64" fmla="*/ 121 w 319"/>
                    <a:gd name="T65" fmla="*/ 237 h 328"/>
                    <a:gd name="T66" fmla="*/ 125 w 319"/>
                    <a:gd name="T67" fmla="*/ 231 h 328"/>
                    <a:gd name="T68" fmla="*/ 141 w 319"/>
                    <a:gd name="T69" fmla="*/ 229 h 328"/>
                    <a:gd name="T70" fmla="*/ 152 w 319"/>
                    <a:gd name="T71" fmla="*/ 222 h 328"/>
                    <a:gd name="T72" fmla="*/ 170 w 319"/>
                    <a:gd name="T73" fmla="*/ 204 h 328"/>
                    <a:gd name="T74" fmla="*/ 173 w 319"/>
                    <a:gd name="T75" fmla="*/ 207 h 328"/>
                    <a:gd name="T76" fmla="*/ 188 w 319"/>
                    <a:gd name="T77" fmla="*/ 205 h 328"/>
                    <a:gd name="T78" fmla="*/ 197 w 319"/>
                    <a:gd name="T79" fmla="*/ 193 h 328"/>
                    <a:gd name="T80" fmla="*/ 201 w 319"/>
                    <a:gd name="T81" fmla="*/ 192 h 328"/>
                    <a:gd name="T82" fmla="*/ 272 w 319"/>
                    <a:gd name="T83" fmla="*/ 186 h 328"/>
                    <a:gd name="T84" fmla="*/ 319 w 319"/>
                    <a:gd name="T85" fmla="*/ 132 h 328"/>
                    <a:gd name="T86" fmla="*/ 266 w 319"/>
                    <a:gd name="T87" fmla="*/ 87 h 3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319" h="328">
                      <a:moveTo>
                        <a:pt x="266" y="87"/>
                      </a:moveTo>
                      <a:lnTo>
                        <a:pt x="266" y="87"/>
                      </a:lnTo>
                      <a:cubicBezTo>
                        <a:pt x="265" y="88"/>
                        <a:pt x="264" y="88"/>
                        <a:pt x="262" y="88"/>
                      </a:cubicBezTo>
                      <a:cubicBezTo>
                        <a:pt x="250" y="88"/>
                        <a:pt x="240" y="78"/>
                        <a:pt x="240" y="66"/>
                      </a:cubicBezTo>
                      <a:cubicBezTo>
                        <a:pt x="239" y="55"/>
                        <a:pt x="246" y="47"/>
                        <a:pt x="256" y="44"/>
                      </a:cubicBezTo>
                      <a:cubicBezTo>
                        <a:pt x="256" y="32"/>
                        <a:pt x="259" y="20"/>
                        <a:pt x="263" y="9"/>
                      </a:cubicBezTo>
                      <a:cubicBezTo>
                        <a:pt x="256" y="7"/>
                        <a:pt x="250" y="5"/>
                        <a:pt x="242" y="4"/>
                      </a:cubicBezTo>
                      <a:cubicBezTo>
                        <a:pt x="218" y="0"/>
                        <a:pt x="196" y="5"/>
                        <a:pt x="175" y="18"/>
                      </a:cubicBezTo>
                      <a:cubicBezTo>
                        <a:pt x="150" y="34"/>
                        <a:pt x="136" y="58"/>
                        <a:pt x="132" y="87"/>
                      </a:cubicBezTo>
                      <a:cubicBezTo>
                        <a:pt x="130" y="101"/>
                        <a:pt x="131" y="114"/>
                        <a:pt x="135" y="127"/>
                      </a:cubicBezTo>
                      <a:cubicBezTo>
                        <a:pt x="136" y="128"/>
                        <a:pt x="135" y="129"/>
                        <a:pt x="134" y="130"/>
                      </a:cubicBezTo>
                      <a:cubicBezTo>
                        <a:pt x="130" y="133"/>
                        <a:pt x="126" y="136"/>
                        <a:pt x="123" y="139"/>
                      </a:cubicBezTo>
                      <a:cubicBezTo>
                        <a:pt x="116" y="144"/>
                        <a:pt x="116" y="150"/>
                        <a:pt x="122" y="156"/>
                      </a:cubicBezTo>
                      <a:cubicBezTo>
                        <a:pt x="122" y="156"/>
                        <a:pt x="122" y="157"/>
                        <a:pt x="123" y="158"/>
                      </a:cubicBezTo>
                      <a:cubicBezTo>
                        <a:pt x="114" y="167"/>
                        <a:pt x="104" y="176"/>
                        <a:pt x="95" y="185"/>
                      </a:cubicBezTo>
                      <a:cubicBezTo>
                        <a:pt x="79" y="201"/>
                        <a:pt x="64" y="217"/>
                        <a:pt x="48" y="233"/>
                      </a:cubicBezTo>
                      <a:cubicBezTo>
                        <a:pt x="33" y="248"/>
                        <a:pt x="18" y="262"/>
                        <a:pt x="3" y="277"/>
                      </a:cubicBezTo>
                      <a:cubicBezTo>
                        <a:pt x="0" y="280"/>
                        <a:pt x="0" y="283"/>
                        <a:pt x="0" y="286"/>
                      </a:cubicBezTo>
                      <a:cubicBezTo>
                        <a:pt x="0" y="297"/>
                        <a:pt x="1" y="309"/>
                        <a:pt x="1" y="320"/>
                      </a:cubicBezTo>
                      <a:cubicBezTo>
                        <a:pt x="2" y="325"/>
                        <a:pt x="2" y="326"/>
                        <a:pt x="7" y="326"/>
                      </a:cubicBezTo>
                      <a:cubicBezTo>
                        <a:pt x="20" y="327"/>
                        <a:pt x="32" y="327"/>
                        <a:pt x="45" y="327"/>
                      </a:cubicBezTo>
                      <a:cubicBezTo>
                        <a:pt x="48" y="328"/>
                        <a:pt x="49" y="327"/>
                        <a:pt x="50" y="323"/>
                      </a:cubicBezTo>
                      <a:cubicBezTo>
                        <a:pt x="50" y="318"/>
                        <a:pt x="51" y="312"/>
                        <a:pt x="51" y="307"/>
                      </a:cubicBezTo>
                      <a:cubicBezTo>
                        <a:pt x="52" y="303"/>
                        <a:pt x="53" y="302"/>
                        <a:pt x="57" y="302"/>
                      </a:cubicBezTo>
                      <a:cubicBezTo>
                        <a:pt x="62" y="302"/>
                        <a:pt x="67" y="302"/>
                        <a:pt x="72" y="302"/>
                      </a:cubicBezTo>
                      <a:cubicBezTo>
                        <a:pt x="75" y="302"/>
                        <a:pt x="77" y="301"/>
                        <a:pt x="79" y="299"/>
                      </a:cubicBezTo>
                      <a:cubicBezTo>
                        <a:pt x="82" y="296"/>
                        <a:pt x="86" y="293"/>
                        <a:pt x="89" y="290"/>
                      </a:cubicBezTo>
                      <a:cubicBezTo>
                        <a:pt x="91" y="288"/>
                        <a:pt x="91" y="286"/>
                        <a:pt x="91" y="283"/>
                      </a:cubicBezTo>
                      <a:cubicBezTo>
                        <a:pt x="91" y="278"/>
                        <a:pt x="91" y="272"/>
                        <a:pt x="91" y="267"/>
                      </a:cubicBezTo>
                      <a:cubicBezTo>
                        <a:pt x="91" y="261"/>
                        <a:pt x="92" y="260"/>
                        <a:pt x="98" y="259"/>
                      </a:cubicBezTo>
                      <a:cubicBezTo>
                        <a:pt x="104" y="259"/>
                        <a:pt x="111" y="259"/>
                        <a:pt x="117" y="258"/>
                      </a:cubicBezTo>
                      <a:cubicBezTo>
                        <a:pt x="120" y="258"/>
                        <a:pt x="122" y="256"/>
                        <a:pt x="121" y="253"/>
                      </a:cubicBezTo>
                      <a:cubicBezTo>
                        <a:pt x="121" y="248"/>
                        <a:pt x="121" y="242"/>
                        <a:pt x="121" y="237"/>
                      </a:cubicBezTo>
                      <a:cubicBezTo>
                        <a:pt x="121" y="233"/>
                        <a:pt x="122" y="231"/>
                        <a:pt x="125" y="231"/>
                      </a:cubicBezTo>
                      <a:cubicBezTo>
                        <a:pt x="131" y="230"/>
                        <a:pt x="136" y="229"/>
                        <a:pt x="141" y="229"/>
                      </a:cubicBezTo>
                      <a:cubicBezTo>
                        <a:pt x="146" y="228"/>
                        <a:pt x="149" y="225"/>
                        <a:pt x="152" y="222"/>
                      </a:cubicBezTo>
                      <a:cubicBezTo>
                        <a:pt x="158" y="216"/>
                        <a:pt x="164" y="210"/>
                        <a:pt x="170" y="204"/>
                      </a:cubicBezTo>
                      <a:cubicBezTo>
                        <a:pt x="171" y="205"/>
                        <a:pt x="172" y="206"/>
                        <a:pt x="173" y="207"/>
                      </a:cubicBezTo>
                      <a:cubicBezTo>
                        <a:pt x="178" y="211"/>
                        <a:pt x="184" y="210"/>
                        <a:pt x="188" y="205"/>
                      </a:cubicBezTo>
                      <a:cubicBezTo>
                        <a:pt x="191" y="201"/>
                        <a:pt x="194" y="197"/>
                        <a:pt x="197" y="193"/>
                      </a:cubicBezTo>
                      <a:cubicBezTo>
                        <a:pt x="198" y="192"/>
                        <a:pt x="199" y="192"/>
                        <a:pt x="201" y="192"/>
                      </a:cubicBezTo>
                      <a:cubicBezTo>
                        <a:pt x="225" y="199"/>
                        <a:pt x="249" y="197"/>
                        <a:pt x="272" y="186"/>
                      </a:cubicBezTo>
                      <a:cubicBezTo>
                        <a:pt x="295" y="174"/>
                        <a:pt x="311" y="156"/>
                        <a:pt x="319" y="132"/>
                      </a:cubicBezTo>
                      <a:cubicBezTo>
                        <a:pt x="296" y="125"/>
                        <a:pt x="277" y="108"/>
                        <a:pt x="266" y="87"/>
                      </a:cubicBezTo>
                      <a:close/>
                    </a:path>
                  </a:pathLst>
                </a:custGeom>
                <a:solidFill>
                  <a:srgbClr val="64C0B8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6" name="Freeform 49">
                  <a:extLst>
                    <a:ext uri="{FF2B5EF4-FFF2-40B4-BE49-F238E27FC236}">
                      <a16:creationId xmlns:a16="http://schemas.microsoft.com/office/drawing/2014/main" id="{215B5C24-97CE-CFCE-B6EB-A9C1B927BB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0" y="3104"/>
                  <a:ext cx="13" cy="27"/>
                </a:xfrm>
                <a:custGeom>
                  <a:avLst/>
                  <a:gdLst>
                    <a:gd name="T0" fmla="*/ 13 w 22"/>
                    <a:gd name="T1" fmla="*/ 1 h 44"/>
                    <a:gd name="T2" fmla="*/ 13 w 22"/>
                    <a:gd name="T3" fmla="*/ 1 h 44"/>
                    <a:gd name="T4" fmla="*/ 6 w 22"/>
                    <a:gd name="T5" fmla="*/ 0 h 44"/>
                    <a:gd name="T6" fmla="*/ 0 w 22"/>
                    <a:gd name="T7" fmla="*/ 1 h 44"/>
                    <a:gd name="T8" fmla="*/ 0 w 22"/>
                    <a:gd name="T9" fmla="*/ 1 h 44"/>
                    <a:gd name="T10" fmla="*/ 10 w 22"/>
                    <a:gd name="T11" fmla="*/ 44 h 44"/>
                    <a:gd name="T12" fmla="*/ 22 w 22"/>
                    <a:gd name="T13" fmla="*/ 38 h 44"/>
                    <a:gd name="T14" fmla="*/ 13 w 22"/>
                    <a:gd name="T15" fmla="*/ 1 h 44"/>
                    <a:gd name="T16" fmla="*/ 13 w 22"/>
                    <a:gd name="T17" fmla="*/ 1 h 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2" h="44">
                      <a:moveTo>
                        <a:pt x="13" y="1"/>
                      </a:moveTo>
                      <a:lnTo>
                        <a:pt x="13" y="1"/>
                      </a:lnTo>
                      <a:cubicBezTo>
                        <a:pt x="11" y="1"/>
                        <a:pt x="8" y="0"/>
                        <a:pt x="6" y="0"/>
                      </a:cubicBezTo>
                      <a:cubicBezTo>
                        <a:pt x="4" y="0"/>
                        <a:pt x="2" y="0"/>
                        <a:pt x="0" y="1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17"/>
                        <a:pt x="4" y="31"/>
                        <a:pt x="10" y="44"/>
                      </a:cubicBezTo>
                      <a:cubicBezTo>
                        <a:pt x="15" y="43"/>
                        <a:pt x="19" y="41"/>
                        <a:pt x="22" y="38"/>
                      </a:cubicBezTo>
                      <a:cubicBezTo>
                        <a:pt x="17" y="27"/>
                        <a:pt x="13" y="15"/>
                        <a:pt x="13" y="1"/>
                      </a:cubicBezTo>
                      <a:cubicBezTo>
                        <a:pt x="13" y="1"/>
                        <a:pt x="13" y="1"/>
                        <a:pt x="13" y="1"/>
                      </a:cubicBezTo>
                      <a:close/>
                    </a:path>
                  </a:pathLst>
                </a:custGeom>
                <a:solidFill>
                  <a:srgbClr val="2D2D77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7" name="Freeform 50">
                  <a:extLst>
                    <a:ext uri="{FF2B5EF4-FFF2-40B4-BE49-F238E27FC236}">
                      <a16:creationId xmlns:a16="http://schemas.microsoft.com/office/drawing/2014/main" id="{9D62B0AA-E426-F2E5-20B1-62A7C26C1A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6" y="3127"/>
                  <a:ext cx="35" cy="31"/>
                </a:xfrm>
                <a:custGeom>
                  <a:avLst/>
                  <a:gdLst>
                    <a:gd name="T0" fmla="*/ 57 w 57"/>
                    <a:gd name="T1" fmla="*/ 39 h 51"/>
                    <a:gd name="T2" fmla="*/ 57 w 57"/>
                    <a:gd name="T3" fmla="*/ 39 h 51"/>
                    <a:gd name="T4" fmla="*/ 12 w 57"/>
                    <a:gd name="T5" fmla="*/ 0 h 51"/>
                    <a:gd name="T6" fmla="*/ 0 w 57"/>
                    <a:gd name="T7" fmla="*/ 6 h 51"/>
                    <a:gd name="T8" fmla="*/ 53 w 57"/>
                    <a:gd name="T9" fmla="*/ 51 h 51"/>
                    <a:gd name="T10" fmla="*/ 55 w 57"/>
                    <a:gd name="T11" fmla="*/ 44 h 51"/>
                    <a:gd name="T12" fmla="*/ 57 w 57"/>
                    <a:gd name="T13" fmla="*/ 39 h 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7" h="51">
                      <a:moveTo>
                        <a:pt x="57" y="39"/>
                      </a:moveTo>
                      <a:lnTo>
                        <a:pt x="57" y="39"/>
                      </a:lnTo>
                      <a:cubicBezTo>
                        <a:pt x="37" y="32"/>
                        <a:pt x="21" y="18"/>
                        <a:pt x="12" y="0"/>
                      </a:cubicBezTo>
                      <a:cubicBezTo>
                        <a:pt x="9" y="3"/>
                        <a:pt x="5" y="5"/>
                        <a:pt x="0" y="6"/>
                      </a:cubicBezTo>
                      <a:cubicBezTo>
                        <a:pt x="11" y="27"/>
                        <a:pt x="30" y="44"/>
                        <a:pt x="53" y="51"/>
                      </a:cubicBezTo>
                      <a:cubicBezTo>
                        <a:pt x="54" y="49"/>
                        <a:pt x="55" y="47"/>
                        <a:pt x="55" y="44"/>
                      </a:cubicBezTo>
                      <a:cubicBezTo>
                        <a:pt x="56" y="42"/>
                        <a:pt x="56" y="40"/>
                        <a:pt x="57" y="39"/>
                      </a:cubicBezTo>
                      <a:close/>
                    </a:path>
                  </a:pathLst>
                </a:custGeom>
                <a:solidFill>
                  <a:srgbClr val="64C0B8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38" name="Freeform 51">
                  <a:extLst>
                    <a:ext uri="{FF2B5EF4-FFF2-40B4-BE49-F238E27FC236}">
                      <a16:creationId xmlns:a16="http://schemas.microsoft.com/office/drawing/2014/main" id="{EAAA9950-003E-7BBF-52EB-8E2B383512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20" y="3083"/>
                  <a:ext cx="12" cy="21"/>
                </a:xfrm>
                <a:custGeom>
                  <a:avLst/>
                  <a:gdLst>
                    <a:gd name="T0" fmla="*/ 6 w 19"/>
                    <a:gd name="T1" fmla="*/ 34 h 35"/>
                    <a:gd name="T2" fmla="*/ 6 w 19"/>
                    <a:gd name="T3" fmla="*/ 34 h 35"/>
                    <a:gd name="T4" fmla="*/ 13 w 19"/>
                    <a:gd name="T5" fmla="*/ 35 h 35"/>
                    <a:gd name="T6" fmla="*/ 19 w 19"/>
                    <a:gd name="T7" fmla="*/ 6 h 35"/>
                    <a:gd name="T8" fmla="*/ 7 w 19"/>
                    <a:gd name="T9" fmla="*/ 0 h 35"/>
                    <a:gd name="T10" fmla="*/ 0 w 19"/>
                    <a:gd name="T11" fmla="*/ 35 h 35"/>
                    <a:gd name="T12" fmla="*/ 6 w 19"/>
                    <a:gd name="T13" fmla="*/ 34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9" h="35">
                      <a:moveTo>
                        <a:pt x="6" y="34"/>
                      </a:moveTo>
                      <a:lnTo>
                        <a:pt x="6" y="34"/>
                      </a:lnTo>
                      <a:cubicBezTo>
                        <a:pt x="8" y="34"/>
                        <a:pt x="11" y="35"/>
                        <a:pt x="13" y="35"/>
                      </a:cubicBezTo>
                      <a:cubicBezTo>
                        <a:pt x="13" y="25"/>
                        <a:pt x="15" y="15"/>
                        <a:pt x="19" y="6"/>
                      </a:cubicBezTo>
                      <a:cubicBezTo>
                        <a:pt x="15" y="4"/>
                        <a:pt x="11" y="2"/>
                        <a:pt x="7" y="0"/>
                      </a:cubicBezTo>
                      <a:cubicBezTo>
                        <a:pt x="3" y="11"/>
                        <a:pt x="0" y="23"/>
                        <a:pt x="0" y="35"/>
                      </a:cubicBezTo>
                      <a:cubicBezTo>
                        <a:pt x="2" y="34"/>
                        <a:pt x="4" y="34"/>
                        <a:pt x="6" y="34"/>
                      </a:cubicBezTo>
                      <a:close/>
                    </a:path>
                  </a:pathLst>
                </a:custGeom>
                <a:solidFill>
                  <a:srgbClr val="2D2D77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39" name="Tekstvak 52">
                <a:extLst>
                  <a:ext uri="{FF2B5EF4-FFF2-40B4-BE49-F238E27FC236}">
                    <a16:creationId xmlns:a16="http://schemas.microsoft.com/office/drawing/2014/main" id="{FBC67E71-E249-258C-8F03-E5D08823FB85}"/>
                  </a:ext>
                </a:extLst>
              </p:cNvPr>
              <p:cNvSpPr txBox="1"/>
              <p:nvPr/>
            </p:nvSpPr>
            <p:spPr>
              <a:xfrm rot="2496666">
                <a:off x="5223248" y="2578894"/>
                <a:ext cx="16407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400" dirty="0"/>
                  <a:t>12. Authenticated?</a:t>
                </a:r>
              </a:p>
            </p:txBody>
          </p:sp>
          <p:cxnSp>
            <p:nvCxnSpPr>
              <p:cNvPr id="41" name="Rechte verbindingslijn met pijl 33">
                <a:extLst>
                  <a:ext uri="{FF2B5EF4-FFF2-40B4-BE49-F238E27FC236}">
                    <a16:creationId xmlns:a16="http://schemas.microsoft.com/office/drawing/2014/main" id="{2EFD7D86-3D4C-3684-D178-0F946190D2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958556" y="2515762"/>
                <a:ext cx="1069154" cy="7250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Rechte verbindingslijn met pijl 33">
                <a:extLst>
                  <a:ext uri="{FF2B5EF4-FFF2-40B4-BE49-F238E27FC236}">
                    <a16:creationId xmlns:a16="http://schemas.microsoft.com/office/drawing/2014/main" id="{B9CEAEA0-77A3-F54C-CC20-945B4A27797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59913" y="2507905"/>
                <a:ext cx="870847" cy="7238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Rechte verbindingslijn met pijl 33">
                <a:extLst>
                  <a:ext uri="{FF2B5EF4-FFF2-40B4-BE49-F238E27FC236}">
                    <a16:creationId xmlns:a16="http://schemas.microsoft.com/office/drawing/2014/main" id="{83DFB115-5F80-2133-C4EC-E1E8F6A694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925336" y="1418616"/>
                <a:ext cx="1025113" cy="66291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3271430-2547-3076-A7EF-A3501606B4B5}"/>
                  </a:ext>
                </a:extLst>
              </p:cNvPr>
              <p:cNvSpPr txBox="1"/>
              <p:nvPr/>
            </p:nvSpPr>
            <p:spPr>
              <a:xfrm>
                <a:off x="7952866" y="2102547"/>
                <a:ext cx="773080" cy="400110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chemeClr val="bg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000" dirty="0" err="1"/>
                  <a:t>Websocket</a:t>
                </a:r>
                <a:endParaRPr lang="en-GB" sz="1000" dirty="0"/>
              </a:p>
              <a:p>
                <a:pPr algn="ctr"/>
                <a:r>
                  <a:rPr lang="en-GB" sz="1000" dirty="0"/>
                  <a:t>Adapter</a:t>
                </a:r>
              </a:p>
            </p:txBody>
          </p:sp>
          <p:sp>
            <p:nvSpPr>
              <p:cNvPr id="59" name="Tekstvak 44">
                <a:extLst>
                  <a:ext uri="{FF2B5EF4-FFF2-40B4-BE49-F238E27FC236}">
                    <a16:creationId xmlns:a16="http://schemas.microsoft.com/office/drawing/2014/main" id="{8A8CE3E9-994D-2D0F-0259-B1B0316B486B}"/>
                  </a:ext>
                </a:extLst>
              </p:cNvPr>
              <p:cNvSpPr txBox="1"/>
              <p:nvPr/>
            </p:nvSpPr>
            <p:spPr>
              <a:xfrm>
                <a:off x="6003122" y="257585"/>
                <a:ext cx="136351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nl-NL" sz="1600" dirty="0">
                    <a:solidFill>
                      <a:srgbClr val="003A56"/>
                    </a:solidFill>
                  </a:rPr>
                  <a:t>Pulsar Broker</a:t>
                </a:r>
              </a:p>
              <a:p>
                <a:pPr algn="ctr"/>
                <a:r>
                  <a:rPr lang="nl-NL" sz="1600" dirty="0" err="1">
                    <a:solidFill>
                      <a:srgbClr val="003A56"/>
                    </a:solidFill>
                  </a:rPr>
                  <a:t>Namespace</a:t>
                </a:r>
                <a:endParaRPr lang="nl-NL" sz="1600" dirty="0">
                  <a:solidFill>
                    <a:srgbClr val="003A56"/>
                  </a:solidFill>
                </a:endParaRPr>
              </a:p>
            </p:txBody>
          </p:sp>
          <p:sp>
            <p:nvSpPr>
              <p:cNvPr id="61" name="Tekstvak 52">
                <a:extLst>
                  <a:ext uri="{FF2B5EF4-FFF2-40B4-BE49-F238E27FC236}">
                    <a16:creationId xmlns:a16="http://schemas.microsoft.com/office/drawing/2014/main" id="{EAD349B4-456B-E36E-9A72-6164EC9E1805}"/>
                  </a:ext>
                </a:extLst>
              </p:cNvPr>
              <p:cNvSpPr txBox="1"/>
              <p:nvPr/>
            </p:nvSpPr>
            <p:spPr>
              <a:xfrm rot="19510342">
                <a:off x="6676102" y="2613853"/>
                <a:ext cx="1489076" cy="560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400" dirty="0"/>
                  <a:t>4. Authenticated?</a:t>
                </a:r>
              </a:p>
            </p:txBody>
          </p:sp>
          <p:sp>
            <p:nvSpPr>
              <p:cNvPr id="62" name="Tekstvak 52">
                <a:extLst>
                  <a:ext uri="{FF2B5EF4-FFF2-40B4-BE49-F238E27FC236}">
                    <a16:creationId xmlns:a16="http://schemas.microsoft.com/office/drawing/2014/main" id="{03043FD2-485C-13CC-2838-0F79FA3FAC5C}"/>
                  </a:ext>
                </a:extLst>
              </p:cNvPr>
              <p:cNvSpPr txBox="1"/>
              <p:nvPr/>
            </p:nvSpPr>
            <p:spPr>
              <a:xfrm>
                <a:off x="7631917" y="2860147"/>
                <a:ext cx="12343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400" dirty="0"/>
                  <a:t>7. Yes</a:t>
                </a:r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01A991AD-BED3-2A45-77C8-01AFCF25907E}"/>
                  </a:ext>
                </a:extLst>
              </p:cNvPr>
              <p:cNvGrpSpPr/>
              <p:nvPr/>
            </p:nvGrpSpPr>
            <p:grpSpPr>
              <a:xfrm>
                <a:off x="6453517" y="1087209"/>
                <a:ext cx="446088" cy="574676"/>
                <a:chOff x="5056713" y="1655763"/>
                <a:chExt cx="446088" cy="574676"/>
              </a:xfrm>
            </p:grpSpPr>
            <p:sp>
              <p:nvSpPr>
                <p:cNvPr id="64" name="Freeform 5">
                  <a:extLst>
                    <a:ext uri="{FF2B5EF4-FFF2-40B4-BE49-F238E27FC236}">
                      <a16:creationId xmlns:a16="http://schemas.microsoft.com/office/drawing/2014/main" id="{6B93D61A-1DED-536E-FE65-CEACF2BAC3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6713" y="1751013"/>
                  <a:ext cx="446088" cy="203200"/>
                </a:xfrm>
                <a:custGeom>
                  <a:avLst/>
                  <a:gdLst>
                    <a:gd name="T0" fmla="*/ 683 w 683"/>
                    <a:gd name="T1" fmla="*/ 0 h 310"/>
                    <a:gd name="T2" fmla="*/ 683 w 683"/>
                    <a:gd name="T3" fmla="*/ 0 h 310"/>
                    <a:gd name="T4" fmla="*/ 682 w 683"/>
                    <a:gd name="T5" fmla="*/ 0 h 310"/>
                    <a:gd name="T6" fmla="*/ 341 w 683"/>
                    <a:gd name="T7" fmla="*/ 112 h 310"/>
                    <a:gd name="T8" fmla="*/ 0 w 683"/>
                    <a:gd name="T9" fmla="*/ 0 h 310"/>
                    <a:gd name="T10" fmla="*/ 0 w 683"/>
                    <a:gd name="T11" fmla="*/ 0 h 310"/>
                    <a:gd name="T12" fmla="*/ 0 w 683"/>
                    <a:gd name="T13" fmla="*/ 183 h 310"/>
                    <a:gd name="T14" fmla="*/ 0 w 683"/>
                    <a:gd name="T15" fmla="*/ 189 h 310"/>
                    <a:gd name="T16" fmla="*/ 341 w 683"/>
                    <a:gd name="T17" fmla="*/ 310 h 310"/>
                    <a:gd name="T18" fmla="*/ 683 w 683"/>
                    <a:gd name="T19" fmla="*/ 189 h 310"/>
                    <a:gd name="T20" fmla="*/ 682 w 683"/>
                    <a:gd name="T21" fmla="*/ 189 h 310"/>
                    <a:gd name="T22" fmla="*/ 683 w 683"/>
                    <a:gd name="T23" fmla="*/ 189 h 310"/>
                    <a:gd name="T24" fmla="*/ 683 w 683"/>
                    <a:gd name="T25" fmla="*/ 0 h 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83" h="310">
                      <a:moveTo>
                        <a:pt x="683" y="0"/>
                      </a:moveTo>
                      <a:lnTo>
                        <a:pt x="683" y="0"/>
                      </a:lnTo>
                      <a:lnTo>
                        <a:pt x="682" y="0"/>
                      </a:lnTo>
                      <a:cubicBezTo>
                        <a:pt x="670" y="63"/>
                        <a:pt x="522" y="112"/>
                        <a:pt x="341" y="112"/>
                      </a:cubicBezTo>
                      <a:cubicBezTo>
                        <a:pt x="160" y="112"/>
                        <a:pt x="12" y="63"/>
                        <a:pt x="0" y="0"/>
                      </a:cubicBezTo>
                      <a:lnTo>
                        <a:pt x="0" y="0"/>
                      </a:lnTo>
                      <a:lnTo>
                        <a:pt x="0" y="183"/>
                      </a:lnTo>
                      <a:cubicBezTo>
                        <a:pt x="0" y="185"/>
                        <a:pt x="0" y="187"/>
                        <a:pt x="0" y="189"/>
                      </a:cubicBezTo>
                      <a:cubicBezTo>
                        <a:pt x="0" y="256"/>
                        <a:pt x="153" y="310"/>
                        <a:pt x="341" y="310"/>
                      </a:cubicBezTo>
                      <a:cubicBezTo>
                        <a:pt x="530" y="310"/>
                        <a:pt x="683" y="256"/>
                        <a:pt x="683" y="189"/>
                      </a:cubicBezTo>
                      <a:cubicBezTo>
                        <a:pt x="683" y="189"/>
                        <a:pt x="682" y="189"/>
                        <a:pt x="682" y="189"/>
                      </a:cubicBezTo>
                      <a:lnTo>
                        <a:pt x="683" y="189"/>
                      </a:lnTo>
                      <a:lnTo>
                        <a:pt x="683" y="0"/>
                      </a:lnTo>
                      <a:close/>
                    </a:path>
                  </a:pathLst>
                </a:custGeom>
                <a:solidFill>
                  <a:srgbClr val="2D2D77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65" name="Freeform 6">
                  <a:extLst>
                    <a:ext uri="{FF2B5EF4-FFF2-40B4-BE49-F238E27FC236}">
                      <a16:creationId xmlns:a16="http://schemas.microsoft.com/office/drawing/2014/main" id="{257B2702-142A-EEC7-EEFC-7B0DFC1823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6713" y="1889126"/>
                  <a:ext cx="446088" cy="203200"/>
                </a:xfrm>
                <a:custGeom>
                  <a:avLst/>
                  <a:gdLst>
                    <a:gd name="T0" fmla="*/ 683 w 683"/>
                    <a:gd name="T1" fmla="*/ 0 h 310"/>
                    <a:gd name="T2" fmla="*/ 683 w 683"/>
                    <a:gd name="T3" fmla="*/ 0 h 310"/>
                    <a:gd name="T4" fmla="*/ 682 w 683"/>
                    <a:gd name="T5" fmla="*/ 0 h 310"/>
                    <a:gd name="T6" fmla="*/ 341 w 683"/>
                    <a:gd name="T7" fmla="*/ 112 h 310"/>
                    <a:gd name="T8" fmla="*/ 0 w 683"/>
                    <a:gd name="T9" fmla="*/ 0 h 310"/>
                    <a:gd name="T10" fmla="*/ 0 w 683"/>
                    <a:gd name="T11" fmla="*/ 0 h 310"/>
                    <a:gd name="T12" fmla="*/ 0 w 683"/>
                    <a:gd name="T13" fmla="*/ 183 h 310"/>
                    <a:gd name="T14" fmla="*/ 0 w 683"/>
                    <a:gd name="T15" fmla="*/ 189 h 310"/>
                    <a:gd name="T16" fmla="*/ 341 w 683"/>
                    <a:gd name="T17" fmla="*/ 310 h 310"/>
                    <a:gd name="T18" fmla="*/ 683 w 683"/>
                    <a:gd name="T19" fmla="*/ 189 h 310"/>
                    <a:gd name="T20" fmla="*/ 682 w 683"/>
                    <a:gd name="T21" fmla="*/ 189 h 310"/>
                    <a:gd name="T22" fmla="*/ 683 w 683"/>
                    <a:gd name="T23" fmla="*/ 189 h 310"/>
                    <a:gd name="T24" fmla="*/ 683 w 683"/>
                    <a:gd name="T25" fmla="*/ 0 h 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83" h="310">
                      <a:moveTo>
                        <a:pt x="683" y="0"/>
                      </a:moveTo>
                      <a:lnTo>
                        <a:pt x="683" y="0"/>
                      </a:lnTo>
                      <a:lnTo>
                        <a:pt x="682" y="0"/>
                      </a:lnTo>
                      <a:cubicBezTo>
                        <a:pt x="670" y="63"/>
                        <a:pt x="522" y="112"/>
                        <a:pt x="341" y="112"/>
                      </a:cubicBezTo>
                      <a:cubicBezTo>
                        <a:pt x="160" y="112"/>
                        <a:pt x="12" y="63"/>
                        <a:pt x="0" y="0"/>
                      </a:cubicBezTo>
                      <a:lnTo>
                        <a:pt x="0" y="0"/>
                      </a:lnTo>
                      <a:lnTo>
                        <a:pt x="0" y="183"/>
                      </a:lnTo>
                      <a:cubicBezTo>
                        <a:pt x="0" y="185"/>
                        <a:pt x="0" y="187"/>
                        <a:pt x="0" y="189"/>
                      </a:cubicBezTo>
                      <a:cubicBezTo>
                        <a:pt x="0" y="256"/>
                        <a:pt x="153" y="310"/>
                        <a:pt x="341" y="310"/>
                      </a:cubicBezTo>
                      <a:cubicBezTo>
                        <a:pt x="530" y="310"/>
                        <a:pt x="683" y="256"/>
                        <a:pt x="683" y="189"/>
                      </a:cubicBezTo>
                      <a:cubicBezTo>
                        <a:pt x="683" y="189"/>
                        <a:pt x="682" y="189"/>
                        <a:pt x="682" y="189"/>
                      </a:cubicBezTo>
                      <a:lnTo>
                        <a:pt x="683" y="189"/>
                      </a:lnTo>
                      <a:lnTo>
                        <a:pt x="683" y="0"/>
                      </a:lnTo>
                      <a:close/>
                    </a:path>
                  </a:pathLst>
                </a:custGeom>
                <a:solidFill>
                  <a:srgbClr val="2D2D77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66" name="Freeform 7">
                  <a:extLst>
                    <a:ext uri="{FF2B5EF4-FFF2-40B4-BE49-F238E27FC236}">
                      <a16:creationId xmlns:a16="http://schemas.microsoft.com/office/drawing/2014/main" id="{4AAE550D-DE02-A281-8F83-CD8AA03C3C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6713" y="2028826"/>
                  <a:ext cx="446088" cy="201613"/>
                </a:xfrm>
                <a:custGeom>
                  <a:avLst/>
                  <a:gdLst>
                    <a:gd name="T0" fmla="*/ 683 w 683"/>
                    <a:gd name="T1" fmla="*/ 0 h 311"/>
                    <a:gd name="T2" fmla="*/ 683 w 683"/>
                    <a:gd name="T3" fmla="*/ 0 h 311"/>
                    <a:gd name="T4" fmla="*/ 682 w 683"/>
                    <a:gd name="T5" fmla="*/ 0 h 311"/>
                    <a:gd name="T6" fmla="*/ 341 w 683"/>
                    <a:gd name="T7" fmla="*/ 113 h 311"/>
                    <a:gd name="T8" fmla="*/ 0 w 683"/>
                    <a:gd name="T9" fmla="*/ 0 h 311"/>
                    <a:gd name="T10" fmla="*/ 0 w 683"/>
                    <a:gd name="T11" fmla="*/ 0 h 311"/>
                    <a:gd name="T12" fmla="*/ 0 w 683"/>
                    <a:gd name="T13" fmla="*/ 183 h 311"/>
                    <a:gd name="T14" fmla="*/ 0 w 683"/>
                    <a:gd name="T15" fmla="*/ 190 h 311"/>
                    <a:gd name="T16" fmla="*/ 341 w 683"/>
                    <a:gd name="T17" fmla="*/ 311 h 311"/>
                    <a:gd name="T18" fmla="*/ 683 w 683"/>
                    <a:gd name="T19" fmla="*/ 190 h 311"/>
                    <a:gd name="T20" fmla="*/ 682 w 683"/>
                    <a:gd name="T21" fmla="*/ 190 h 311"/>
                    <a:gd name="T22" fmla="*/ 683 w 683"/>
                    <a:gd name="T23" fmla="*/ 190 h 311"/>
                    <a:gd name="T24" fmla="*/ 683 w 683"/>
                    <a:gd name="T25" fmla="*/ 0 h 3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683" h="311">
                      <a:moveTo>
                        <a:pt x="683" y="0"/>
                      </a:moveTo>
                      <a:lnTo>
                        <a:pt x="683" y="0"/>
                      </a:lnTo>
                      <a:lnTo>
                        <a:pt x="682" y="0"/>
                      </a:lnTo>
                      <a:cubicBezTo>
                        <a:pt x="670" y="63"/>
                        <a:pt x="522" y="113"/>
                        <a:pt x="341" y="113"/>
                      </a:cubicBezTo>
                      <a:cubicBezTo>
                        <a:pt x="160" y="113"/>
                        <a:pt x="12" y="63"/>
                        <a:pt x="0" y="0"/>
                      </a:cubicBezTo>
                      <a:lnTo>
                        <a:pt x="0" y="0"/>
                      </a:lnTo>
                      <a:lnTo>
                        <a:pt x="0" y="183"/>
                      </a:lnTo>
                      <a:cubicBezTo>
                        <a:pt x="0" y="186"/>
                        <a:pt x="0" y="188"/>
                        <a:pt x="0" y="190"/>
                      </a:cubicBezTo>
                      <a:cubicBezTo>
                        <a:pt x="0" y="257"/>
                        <a:pt x="153" y="311"/>
                        <a:pt x="341" y="311"/>
                      </a:cubicBezTo>
                      <a:cubicBezTo>
                        <a:pt x="530" y="311"/>
                        <a:pt x="683" y="257"/>
                        <a:pt x="683" y="190"/>
                      </a:cubicBezTo>
                      <a:cubicBezTo>
                        <a:pt x="683" y="190"/>
                        <a:pt x="682" y="190"/>
                        <a:pt x="682" y="190"/>
                      </a:cubicBezTo>
                      <a:lnTo>
                        <a:pt x="683" y="190"/>
                      </a:lnTo>
                      <a:lnTo>
                        <a:pt x="683" y="0"/>
                      </a:lnTo>
                      <a:close/>
                    </a:path>
                  </a:pathLst>
                </a:custGeom>
                <a:solidFill>
                  <a:srgbClr val="2D2D77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  <p:sp>
              <p:nvSpPr>
                <p:cNvPr id="67" name="Freeform 8">
                  <a:extLst>
                    <a:ext uri="{FF2B5EF4-FFF2-40B4-BE49-F238E27FC236}">
                      <a16:creationId xmlns:a16="http://schemas.microsoft.com/office/drawing/2014/main" id="{FFF4441B-AAB5-0CD8-AA99-9B3C874AA6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56713" y="1655763"/>
                  <a:ext cx="446088" cy="158750"/>
                </a:xfrm>
                <a:custGeom>
                  <a:avLst/>
                  <a:gdLst>
                    <a:gd name="T0" fmla="*/ 341 w 683"/>
                    <a:gd name="T1" fmla="*/ 0 h 242"/>
                    <a:gd name="T2" fmla="*/ 341 w 683"/>
                    <a:gd name="T3" fmla="*/ 0 h 242"/>
                    <a:gd name="T4" fmla="*/ 0 w 683"/>
                    <a:gd name="T5" fmla="*/ 121 h 242"/>
                    <a:gd name="T6" fmla="*/ 0 w 683"/>
                    <a:gd name="T7" fmla="*/ 129 h 242"/>
                    <a:gd name="T8" fmla="*/ 341 w 683"/>
                    <a:gd name="T9" fmla="*/ 242 h 242"/>
                    <a:gd name="T10" fmla="*/ 682 w 683"/>
                    <a:gd name="T11" fmla="*/ 129 h 242"/>
                    <a:gd name="T12" fmla="*/ 683 w 683"/>
                    <a:gd name="T13" fmla="*/ 121 h 242"/>
                    <a:gd name="T14" fmla="*/ 341 w 683"/>
                    <a:gd name="T15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683" h="242">
                      <a:moveTo>
                        <a:pt x="341" y="0"/>
                      </a:moveTo>
                      <a:lnTo>
                        <a:pt x="341" y="0"/>
                      </a:lnTo>
                      <a:cubicBezTo>
                        <a:pt x="153" y="0"/>
                        <a:pt x="0" y="54"/>
                        <a:pt x="0" y="121"/>
                      </a:cubicBezTo>
                      <a:cubicBezTo>
                        <a:pt x="0" y="124"/>
                        <a:pt x="0" y="127"/>
                        <a:pt x="0" y="129"/>
                      </a:cubicBezTo>
                      <a:cubicBezTo>
                        <a:pt x="12" y="192"/>
                        <a:pt x="160" y="242"/>
                        <a:pt x="341" y="242"/>
                      </a:cubicBezTo>
                      <a:cubicBezTo>
                        <a:pt x="522" y="242"/>
                        <a:pt x="670" y="192"/>
                        <a:pt x="682" y="129"/>
                      </a:cubicBezTo>
                      <a:cubicBezTo>
                        <a:pt x="682" y="127"/>
                        <a:pt x="683" y="124"/>
                        <a:pt x="683" y="121"/>
                      </a:cubicBezTo>
                      <a:cubicBezTo>
                        <a:pt x="683" y="54"/>
                        <a:pt x="530" y="0"/>
                        <a:pt x="341" y="0"/>
                      </a:cubicBezTo>
                      <a:close/>
                    </a:path>
                  </a:pathLst>
                </a:custGeom>
                <a:solidFill>
                  <a:srgbClr val="2D2D77"/>
                </a:solidFill>
                <a:ln w="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/>
                </a:p>
              </p:txBody>
            </p:sp>
          </p:grpSp>
          <p:sp>
            <p:nvSpPr>
              <p:cNvPr id="68" name="Tekstvak 44">
                <a:extLst>
                  <a:ext uri="{FF2B5EF4-FFF2-40B4-BE49-F238E27FC236}">
                    <a16:creationId xmlns:a16="http://schemas.microsoft.com/office/drawing/2014/main" id="{CC0E70E7-981B-3DC2-23A0-C3E83854A62F}"/>
                  </a:ext>
                </a:extLst>
              </p:cNvPr>
              <p:cNvSpPr txBox="1"/>
              <p:nvPr/>
            </p:nvSpPr>
            <p:spPr>
              <a:xfrm>
                <a:off x="6376795" y="758526"/>
                <a:ext cx="21452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600" dirty="0">
                    <a:solidFill>
                      <a:srgbClr val="003A56"/>
                    </a:solidFill>
                  </a:rPr>
                  <a:t>Topic</a:t>
                </a:r>
              </a:p>
            </p:txBody>
          </p:sp>
          <p:sp>
            <p:nvSpPr>
              <p:cNvPr id="69" name="Tekstvak 52">
                <a:extLst>
                  <a:ext uri="{FF2B5EF4-FFF2-40B4-BE49-F238E27FC236}">
                    <a16:creationId xmlns:a16="http://schemas.microsoft.com/office/drawing/2014/main" id="{EE7E94FE-A82F-CBFA-E359-76ED48009BEE}"/>
                  </a:ext>
                </a:extLst>
              </p:cNvPr>
              <p:cNvSpPr txBox="1"/>
              <p:nvPr/>
            </p:nvSpPr>
            <p:spPr>
              <a:xfrm>
                <a:off x="7250063" y="1378662"/>
                <a:ext cx="12343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400" dirty="0"/>
                  <a:t>8. Notification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C96376A-EFB6-BE2E-1E74-AFB13A8B3660}"/>
                  </a:ext>
                </a:extLst>
              </p:cNvPr>
              <p:cNvSpPr txBox="1"/>
              <p:nvPr/>
            </p:nvSpPr>
            <p:spPr>
              <a:xfrm>
                <a:off x="4642460" y="2098129"/>
                <a:ext cx="772264" cy="400110"/>
              </a:xfrm>
              <a:prstGeom prst="rect">
                <a:avLst/>
              </a:prstGeom>
              <a:solidFill>
                <a:srgbClr val="00CC99"/>
              </a:solidFill>
              <a:ln>
                <a:solidFill>
                  <a:schemeClr val="bg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000" dirty="0" err="1"/>
                  <a:t>Websocket</a:t>
                </a:r>
                <a:endParaRPr lang="en-GB" sz="1000" dirty="0"/>
              </a:p>
              <a:p>
                <a:pPr algn="ctr"/>
                <a:r>
                  <a:rPr lang="en-GB" sz="1000" dirty="0"/>
                  <a:t>Adapter</a:t>
                </a:r>
              </a:p>
            </p:txBody>
          </p:sp>
          <p:sp>
            <p:nvSpPr>
              <p:cNvPr id="71" name="Tekstvak 52">
                <a:extLst>
                  <a:ext uri="{FF2B5EF4-FFF2-40B4-BE49-F238E27FC236}">
                    <a16:creationId xmlns:a16="http://schemas.microsoft.com/office/drawing/2014/main" id="{FC1DBC4A-16C9-E293-54CC-7F5DC8C8C1C2}"/>
                  </a:ext>
                </a:extLst>
              </p:cNvPr>
              <p:cNvSpPr txBox="1"/>
              <p:nvPr/>
            </p:nvSpPr>
            <p:spPr>
              <a:xfrm>
                <a:off x="4943557" y="2786697"/>
                <a:ext cx="12343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400" dirty="0"/>
                  <a:t>15. Yes</a:t>
                </a:r>
              </a:p>
            </p:txBody>
          </p:sp>
          <p:cxnSp>
            <p:nvCxnSpPr>
              <p:cNvPr id="72" name="Rechte verbindingslijn met pijl 34">
                <a:extLst>
                  <a:ext uri="{FF2B5EF4-FFF2-40B4-BE49-F238E27FC236}">
                    <a16:creationId xmlns:a16="http://schemas.microsoft.com/office/drawing/2014/main" id="{90F97A49-E86C-CD45-D980-6A76BC483DA9}"/>
                  </a:ext>
                </a:extLst>
              </p:cNvPr>
              <p:cNvCxnSpPr>
                <a:cxnSpLocks/>
                <a:stCxn id="70" idx="0"/>
              </p:cNvCxnSpPr>
              <p:nvPr/>
            </p:nvCxnSpPr>
            <p:spPr>
              <a:xfrm flipV="1">
                <a:off x="5028592" y="1296750"/>
                <a:ext cx="1406873" cy="8013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kstvak 52">
                <a:extLst>
                  <a:ext uri="{FF2B5EF4-FFF2-40B4-BE49-F238E27FC236}">
                    <a16:creationId xmlns:a16="http://schemas.microsoft.com/office/drawing/2014/main" id="{316FDF6D-D40A-02DE-1D9A-32B28429D5AE}"/>
                  </a:ext>
                </a:extLst>
              </p:cNvPr>
              <p:cNvSpPr txBox="1"/>
              <p:nvPr/>
            </p:nvSpPr>
            <p:spPr>
              <a:xfrm>
                <a:off x="4800878" y="1138430"/>
                <a:ext cx="16318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400" dirty="0"/>
                  <a:t>16. Get Notification</a:t>
                </a:r>
              </a:p>
            </p:txBody>
          </p:sp>
          <p:cxnSp>
            <p:nvCxnSpPr>
              <p:cNvPr id="74" name="Rechte verbindingslijn met pijl 33">
                <a:extLst>
                  <a:ext uri="{FF2B5EF4-FFF2-40B4-BE49-F238E27FC236}">
                    <a16:creationId xmlns:a16="http://schemas.microsoft.com/office/drawing/2014/main" id="{47805528-15DF-1012-C76D-DCD16E8FD6A8}"/>
                  </a:ext>
                </a:extLst>
              </p:cNvPr>
              <p:cNvCxnSpPr>
                <a:cxnSpLocks/>
                <a:stCxn id="66" idx="4"/>
              </p:cNvCxnSpPr>
              <p:nvPr/>
            </p:nvCxnSpPr>
            <p:spPr>
              <a:xfrm flipH="1">
                <a:off x="5376070" y="1460272"/>
                <a:ext cx="1077447" cy="6378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Tekstvak 52">
                <a:extLst>
                  <a:ext uri="{FF2B5EF4-FFF2-40B4-BE49-F238E27FC236}">
                    <a16:creationId xmlns:a16="http://schemas.microsoft.com/office/drawing/2014/main" id="{A7A39091-598A-BBBF-FFD5-08D459B26895}"/>
                  </a:ext>
                </a:extLst>
              </p:cNvPr>
              <p:cNvSpPr txBox="1"/>
              <p:nvPr/>
            </p:nvSpPr>
            <p:spPr>
              <a:xfrm>
                <a:off x="5801435" y="1751393"/>
                <a:ext cx="14162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400" dirty="0"/>
                  <a:t>17. Notification</a:t>
                </a:r>
              </a:p>
            </p:txBody>
          </p:sp>
          <p:cxnSp>
            <p:nvCxnSpPr>
              <p:cNvPr id="42" name="Rechte verbindingslijn met pijl 33">
                <a:extLst>
                  <a:ext uri="{FF2B5EF4-FFF2-40B4-BE49-F238E27FC236}">
                    <a16:creationId xmlns:a16="http://schemas.microsoft.com/office/drawing/2014/main" id="{C3D107FB-AB1C-6465-4F04-8DA6474713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98559" y="2573887"/>
                <a:ext cx="957973" cy="6675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C380BD-F341-9859-EE7C-A5CC26E06EB0}"/>
              </a:ext>
            </a:extLst>
          </p:cNvPr>
          <p:cNvGrpSpPr/>
          <p:nvPr/>
        </p:nvGrpSpPr>
        <p:grpSpPr>
          <a:xfrm>
            <a:off x="1626339" y="3257749"/>
            <a:ext cx="2906477" cy="1163256"/>
            <a:chOff x="1807189" y="2400228"/>
            <a:chExt cx="2906477" cy="1163256"/>
          </a:xfrm>
        </p:grpSpPr>
        <p:sp>
          <p:nvSpPr>
            <p:cNvPr id="9" name="Ovaal 19">
              <a:extLst>
                <a:ext uri="{FF2B5EF4-FFF2-40B4-BE49-F238E27FC236}">
                  <a16:creationId xmlns:a16="http://schemas.microsoft.com/office/drawing/2014/main" id="{775E2581-FBC5-F831-2737-76F16AFF8B67}"/>
                </a:ext>
              </a:extLst>
            </p:cNvPr>
            <p:cNvSpPr/>
            <p:nvPr/>
          </p:nvSpPr>
          <p:spPr>
            <a:xfrm>
              <a:off x="2157865" y="2400228"/>
              <a:ext cx="824218" cy="74733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dist="12700" dir="492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grpSp>
          <p:nvGrpSpPr>
            <p:cNvPr id="10" name="Groep 20">
              <a:extLst>
                <a:ext uri="{FF2B5EF4-FFF2-40B4-BE49-F238E27FC236}">
                  <a16:creationId xmlns:a16="http://schemas.microsoft.com/office/drawing/2014/main" id="{508D02FA-5641-069F-3793-F762AA572029}"/>
                </a:ext>
              </a:extLst>
            </p:cNvPr>
            <p:cNvGrpSpPr/>
            <p:nvPr/>
          </p:nvGrpSpPr>
          <p:grpSpPr>
            <a:xfrm>
              <a:off x="2510469" y="2544774"/>
              <a:ext cx="440539" cy="440539"/>
              <a:chOff x="1381011" y="2457529"/>
              <a:chExt cx="440539" cy="440539"/>
            </a:xfrm>
          </p:grpSpPr>
          <p:sp>
            <p:nvSpPr>
              <p:cNvPr id="11" name="Ovaal 21">
                <a:extLst>
                  <a:ext uri="{FF2B5EF4-FFF2-40B4-BE49-F238E27FC236}">
                    <a16:creationId xmlns:a16="http://schemas.microsoft.com/office/drawing/2014/main" id="{E7C7A412-C77F-1E30-048F-C239B2228108}"/>
                  </a:ext>
                </a:extLst>
              </p:cNvPr>
              <p:cNvSpPr/>
              <p:nvPr/>
            </p:nvSpPr>
            <p:spPr>
              <a:xfrm>
                <a:off x="1381011" y="2457529"/>
                <a:ext cx="440539" cy="440539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dist="12700" dir="492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dirty="0"/>
              </a:p>
            </p:txBody>
          </p:sp>
          <p:pic>
            <p:nvPicPr>
              <p:cNvPr id="12" name="Afbeelding 22">
                <a:extLst>
                  <a:ext uri="{FF2B5EF4-FFF2-40B4-BE49-F238E27FC236}">
                    <a16:creationId xmlns:a16="http://schemas.microsoft.com/office/drawing/2014/main" id="{1479629E-082F-05B0-ED78-38218E9B2B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9145" y="2594919"/>
                <a:ext cx="203939" cy="169226"/>
              </a:xfrm>
              <a:prstGeom prst="rect">
                <a:avLst/>
              </a:prstGeom>
            </p:spPr>
          </p:pic>
        </p:grpSp>
        <p:sp>
          <p:nvSpPr>
            <p:cNvPr id="13" name="Tekstvak 27">
              <a:extLst>
                <a:ext uri="{FF2B5EF4-FFF2-40B4-BE49-F238E27FC236}">
                  <a16:creationId xmlns:a16="http://schemas.microsoft.com/office/drawing/2014/main" id="{93226B7D-8DDD-D6B5-2B4D-2494CDD59E87}"/>
                </a:ext>
              </a:extLst>
            </p:cNvPr>
            <p:cNvSpPr txBox="1"/>
            <p:nvPr/>
          </p:nvSpPr>
          <p:spPr>
            <a:xfrm>
              <a:off x="1807189" y="3224930"/>
              <a:ext cx="16795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600" dirty="0">
                  <a:solidFill>
                    <a:srgbClr val="003A56"/>
                  </a:solidFill>
                </a:rPr>
                <a:t>DATA CONSUMER</a:t>
              </a:r>
            </a:p>
          </p:txBody>
        </p:sp>
        <p:cxnSp>
          <p:nvCxnSpPr>
            <p:cNvPr id="14" name="Rechte verbindingslijn met pijl 33">
              <a:extLst>
                <a:ext uri="{FF2B5EF4-FFF2-40B4-BE49-F238E27FC236}">
                  <a16:creationId xmlns:a16="http://schemas.microsoft.com/office/drawing/2014/main" id="{F28C7F3B-779D-E945-BC10-7AD97D72D311}"/>
                </a:ext>
              </a:extLst>
            </p:cNvPr>
            <p:cNvCxnSpPr>
              <a:cxnSpLocks/>
            </p:cNvCxnSpPr>
            <p:nvPr/>
          </p:nvCxnSpPr>
          <p:spPr>
            <a:xfrm>
              <a:off x="3069032" y="2725679"/>
              <a:ext cx="16059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Rechte verbindingslijn met pijl 34">
              <a:extLst>
                <a:ext uri="{FF2B5EF4-FFF2-40B4-BE49-F238E27FC236}">
                  <a16:creationId xmlns:a16="http://schemas.microsoft.com/office/drawing/2014/main" id="{270501F2-4FC9-8042-8A33-45FDB6D515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32912" y="2851390"/>
              <a:ext cx="1577135" cy="93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kstvak 52">
              <a:extLst>
                <a:ext uri="{FF2B5EF4-FFF2-40B4-BE49-F238E27FC236}">
                  <a16:creationId xmlns:a16="http://schemas.microsoft.com/office/drawing/2014/main" id="{82BCEE4C-88E9-ED43-26E6-9D0CF3E8F8DA}"/>
                </a:ext>
              </a:extLst>
            </p:cNvPr>
            <p:cNvSpPr txBox="1"/>
            <p:nvPr/>
          </p:nvSpPr>
          <p:spPr>
            <a:xfrm>
              <a:off x="3071459" y="2406265"/>
              <a:ext cx="15893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dirty="0"/>
                <a:t>11. </a:t>
              </a:r>
              <a:r>
                <a:rPr lang="nl-NL" sz="1400" dirty="0" err="1"/>
                <a:t>Subscribe</a:t>
              </a:r>
              <a:r>
                <a:rPr lang="nl-NL" sz="1400" dirty="0"/>
                <a:t> topic</a:t>
              </a:r>
            </a:p>
          </p:txBody>
        </p:sp>
        <p:sp>
          <p:nvSpPr>
            <p:cNvPr id="76" name="Tekstvak 52">
              <a:extLst>
                <a:ext uri="{FF2B5EF4-FFF2-40B4-BE49-F238E27FC236}">
                  <a16:creationId xmlns:a16="http://schemas.microsoft.com/office/drawing/2014/main" id="{9DB9E84B-3A75-BF2E-8AC1-B94A8BC17A64}"/>
                </a:ext>
              </a:extLst>
            </p:cNvPr>
            <p:cNvSpPr txBox="1"/>
            <p:nvPr/>
          </p:nvSpPr>
          <p:spPr>
            <a:xfrm>
              <a:off x="3479358" y="2880285"/>
              <a:ext cx="12343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dirty="0"/>
                <a:t>18. </a:t>
              </a:r>
              <a:r>
                <a:rPr lang="nl-NL" sz="1400" dirty="0" err="1"/>
                <a:t>Pulse</a:t>
              </a:r>
              <a:endParaRPr lang="nl-NL" sz="14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7E2961B-12A6-E0DE-F789-7F0F374AA0B0}"/>
              </a:ext>
            </a:extLst>
          </p:cNvPr>
          <p:cNvGrpSpPr/>
          <p:nvPr/>
        </p:nvGrpSpPr>
        <p:grpSpPr>
          <a:xfrm>
            <a:off x="7257302" y="1123538"/>
            <a:ext cx="3403755" cy="2163584"/>
            <a:chOff x="2563230" y="3657769"/>
            <a:chExt cx="3403755" cy="2163584"/>
          </a:xfrm>
        </p:grpSpPr>
        <p:sp>
          <p:nvSpPr>
            <p:cNvPr id="97" name="Tekstvak 52">
              <a:extLst>
                <a:ext uri="{FF2B5EF4-FFF2-40B4-BE49-F238E27FC236}">
                  <a16:creationId xmlns:a16="http://schemas.microsoft.com/office/drawing/2014/main" id="{39C0FA63-7D45-E6D3-2D6A-28D912684C87}"/>
                </a:ext>
              </a:extLst>
            </p:cNvPr>
            <p:cNvSpPr txBox="1"/>
            <p:nvPr/>
          </p:nvSpPr>
          <p:spPr>
            <a:xfrm rot="1920728">
              <a:off x="3720190" y="5010761"/>
              <a:ext cx="20227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dirty="0"/>
                <a:t>1. Access token </a:t>
              </a:r>
              <a:r>
                <a:rPr lang="nl-NL" sz="1400" dirty="0" err="1"/>
                <a:t>Request</a:t>
              </a:r>
              <a:endParaRPr lang="nl-NL" sz="1400" dirty="0"/>
            </a:p>
          </p:txBody>
        </p:sp>
        <p:sp>
          <p:nvSpPr>
            <p:cNvPr id="98" name="Tekstvak 52">
              <a:extLst>
                <a:ext uri="{FF2B5EF4-FFF2-40B4-BE49-F238E27FC236}">
                  <a16:creationId xmlns:a16="http://schemas.microsoft.com/office/drawing/2014/main" id="{1ABFDC0C-4CEB-D0CB-C186-31687F4ABCE8}"/>
                </a:ext>
              </a:extLst>
            </p:cNvPr>
            <p:cNvSpPr txBox="1"/>
            <p:nvPr/>
          </p:nvSpPr>
          <p:spPr>
            <a:xfrm rot="1920728">
              <a:off x="3960187" y="4597230"/>
              <a:ext cx="173321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dirty="0"/>
                <a:t>2. Access token</a:t>
              </a:r>
            </a:p>
          </p:txBody>
        </p:sp>
        <p:cxnSp>
          <p:nvCxnSpPr>
            <p:cNvPr id="99" name="Rechte verbindingslijn met pijl 34">
              <a:extLst>
                <a:ext uri="{FF2B5EF4-FFF2-40B4-BE49-F238E27FC236}">
                  <a16:creationId xmlns:a16="http://schemas.microsoft.com/office/drawing/2014/main" id="{37D7261A-12D6-FCCD-160F-D98BBA5080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63230" y="3657769"/>
              <a:ext cx="3403755" cy="21635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EAB4BC3-23FD-4874-69E9-D0B8034F64E0}"/>
              </a:ext>
            </a:extLst>
          </p:cNvPr>
          <p:cNvGrpSpPr/>
          <p:nvPr/>
        </p:nvGrpSpPr>
        <p:grpSpPr>
          <a:xfrm>
            <a:off x="2714624" y="929640"/>
            <a:ext cx="3408076" cy="2272249"/>
            <a:chOff x="7882277" y="3845087"/>
            <a:chExt cx="3408076" cy="2272249"/>
          </a:xfrm>
        </p:grpSpPr>
        <p:cxnSp>
          <p:nvCxnSpPr>
            <p:cNvPr id="3" name="Rechte verbindingslijn met pijl 34">
              <a:extLst>
                <a:ext uri="{FF2B5EF4-FFF2-40B4-BE49-F238E27FC236}">
                  <a16:creationId xmlns:a16="http://schemas.microsoft.com/office/drawing/2014/main" id="{1FD72C6E-3177-BBC8-5587-6D2B41113F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82277" y="3845087"/>
              <a:ext cx="3311076" cy="214516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kstvak 52">
              <a:extLst>
                <a:ext uri="{FF2B5EF4-FFF2-40B4-BE49-F238E27FC236}">
                  <a16:creationId xmlns:a16="http://schemas.microsoft.com/office/drawing/2014/main" id="{9A9EEAB3-7785-2F5E-F362-87B83C94A98D}"/>
                </a:ext>
              </a:extLst>
            </p:cNvPr>
            <p:cNvSpPr txBox="1"/>
            <p:nvPr/>
          </p:nvSpPr>
          <p:spPr>
            <a:xfrm rot="19597172">
              <a:off x="8190883" y="5291777"/>
              <a:ext cx="20083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dirty="0"/>
                <a:t>9. Access token </a:t>
              </a:r>
              <a:r>
                <a:rPr lang="nl-NL" sz="1400" dirty="0" err="1"/>
                <a:t>Request</a:t>
              </a:r>
              <a:endParaRPr lang="nl-NL" sz="1400" dirty="0"/>
            </a:p>
          </p:txBody>
        </p:sp>
        <p:cxnSp>
          <p:nvCxnSpPr>
            <p:cNvPr id="104" name="Rechte verbindingslijn met pijl 34">
              <a:extLst>
                <a:ext uri="{FF2B5EF4-FFF2-40B4-BE49-F238E27FC236}">
                  <a16:creationId xmlns:a16="http://schemas.microsoft.com/office/drawing/2014/main" id="{59CCB253-6861-7745-9936-F09251437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771" y="3960763"/>
              <a:ext cx="3327582" cy="21565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A2F23DC-B80A-89E5-BD4C-55F2CC891B2D}"/>
              </a:ext>
            </a:extLst>
          </p:cNvPr>
          <p:cNvGrpSpPr/>
          <p:nvPr/>
        </p:nvGrpSpPr>
        <p:grpSpPr>
          <a:xfrm>
            <a:off x="5206342" y="5067759"/>
            <a:ext cx="4847183" cy="1707647"/>
            <a:chOff x="5219368" y="3914956"/>
            <a:chExt cx="4847183" cy="1707647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F43F886F-A48C-9300-3ED0-B41EDFF94933}"/>
                </a:ext>
              </a:extLst>
            </p:cNvPr>
            <p:cNvGrpSpPr/>
            <p:nvPr/>
          </p:nvGrpSpPr>
          <p:grpSpPr>
            <a:xfrm>
              <a:off x="5219368" y="3924633"/>
              <a:ext cx="4847183" cy="1697970"/>
              <a:chOff x="5219368" y="3924633"/>
              <a:chExt cx="4847183" cy="169797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05777B01-11D3-E877-F172-AF8ACB2158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281282" y="4693347"/>
                <a:ext cx="807339" cy="807339"/>
              </a:xfrm>
              <a:prstGeom prst="rect">
                <a:avLst/>
              </a:prstGeom>
            </p:spPr>
          </p:pic>
          <p:grpSp>
            <p:nvGrpSpPr>
              <p:cNvPr id="23" name="Groep 9">
                <a:extLst>
                  <a:ext uri="{FF2B5EF4-FFF2-40B4-BE49-F238E27FC236}">
                    <a16:creationId xmlns:a16="http://schemas.microsoft.com/office/drawing/2014/main" id="{0B0ADFB2-A469-6503-0E8B-B74CE1711B92}"/>
                  </a:ext>
                </a:extLst>
              </p:cNvPr>
              <p:cNvGrpSpPr/>
              <p:nvPr/>
            </p:nvGrpSpPr>
            <p:grpSpPr>
              <a:xfrm>
                <a:off x="6162079" y="4529531"/>
                <a:ext cx="1165272" cy="1093072"/>
                <a:chOff x="1845894" y="3373546"/>
                <a:chExt cx="1556539" cy="1556539"/>
              </a:xfrm>
            </p:grpSpPr>
            <p:sp>
              <p:nvSpPr>
                <p:cNvPr id="24" name="Ovaal 10">
                  <a:extLst>
                    <a:ext uri="{FF2B5EF4-FFF2-40B4-BE49-F238E27FC236}">
                      <a16:creationId xmlns:a16="http://schemas.microsoft.com/office/drawing/2014/main" id="{073C11BA-93E7-A44A-CD42-227565553700}"/>
                    </a:ext>
                  </a:extLst>
                </p:cNvPr>
                <p:cNvSpPr/>
                <p:nvPr/>
              </p:nvSpPr>
              <p:spPr>
                <a:xfrm>
                  <a:off x="1845894" y="3373546"/>
                  <a:ext cx="1556539" cy="155653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dist="12700" dir="492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/>
                </a:p>
              </p:txBody>
            </p:sp>
            <p:pic>
              <p:nvPicPr>
                <p:cNvPr id="25" name="Afbeelding 11">
                  <a:extLst>
                    <a:ext uri="{FF2B5EF4-FFF2-40B4-BE49-F238E27FC236}">
                      <a16:creationId xmlns:a16="http://schemas.microsoft.com/office/drawing/2014/main" id="{87AE80B5-E678-4C10-FDD4-E1F1A07097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30406" y="3590894"/>
                  <a:ext cx="1064506" cy="1159705"/>
                </a:xfrm>
                <a:prstGeom prst="rect">
                  <a:avLst/>
                </a:prstGeom>
              </p:spPr>
            </p:pic>
          </p:grpSp>
          <p:sp>
            <p:nvSpPr>
              <p:cNvPr id="26" name="Tekstvak 12">
                <a:extLst>
                  <a:ext uri="{FF2B5EF4-FFF2-40B4-BE49-F238E27FC236}">
                    <a16:creationId xmlns:a16="http://schemas.microsoft.com/office/drawing/2014/main" id="{402AEC39-F3CD-0BE8-90D4-C0739E51D899}"/>
                  </a:ext>
                </a:extLst>
              </p:cNvPr>
              <p:cNvSpPr txBox="1"/>
              <p:nvPr/>
            </p:nvSpPr>
            <p:spPr>
              <a:xfrm>
                <a:off x="7462679" y="4920084"/>
                <a:ext cx="260387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600" dirty="0">
                    <a:solidFill>
                      <a:srgbClr val="003A56"/>
                    </a:solidFill>
                  </a:rPr>
                  <a:t>AUTHORIZATION REGISTER</a:t>
                </a:r>
              </a:p>
            </p:txBody>
          </p:sp>
          <p:sp>
            <p:nvSpPr>
              <p:cNvPr id="43" name="Tekstvak 52">
                <a:extLst>
                  <a:ext uri="{FF2B5EF4-FFF2-40B4-BE49-F238E27FC236}">
                    <a16:creationId xmlns:a16="http://schemas.microsoft.com/office/drawing/2014/main" id="{7219E014-3902-C93C-DD10-52C4A54B5E84}"/>
                  </a:ext>
                </a:extLst>
              </p:cNvPr>
              <p:cNvSpPr txBox="1"/>
              <p:nvPr/>
            </p:nvSpPr>
            <p:spPr>
              <a:xfrm>
                <a:off x="6819704" y="4197797"/>
                <a:ext cx="12955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400" dirty="0"/>
                  <a:t>6/14. Yes</a:t>
                </a:r>
              </a:p>
            </p:txBody>
          </p:sp>
          <p:sp>
            <p:nvSpPr>
              <p:cNvPr id="51" name="Tekstvak 52">
                <a:extLst>
                  <a:ext uri="{FF2B5EF4-FFF2-40B4-BE49-F238E27FC236}">
                    <a16:creationId xmlns:a16="http://schemas.microsoft.com/office/drawing/2014/main" id="{14D03C7E-B874-B5E8-C332-C855BF8F6702}"/>
                  </a:ext>
                </a:extLst>
              </p:cNvPr>
              <p:cNvSpPr txBox="1"/>
              <p:nvPr/>
            </p:nvSpPr>
            <p:spPr>
              <a:xfrm>
                <a:off x="5219368" y="4200927"/>
                <a:ext cx="167321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1400" dirty="0"/>
                  <a:t>5/13. </a:t>
                </a:r>
                <a:r>
                  <a:rPr lang="nl-NL" sz="1400" dirty="0" err="1"/>
                  <a:t>Authorized</a:t>
                </a:r>
                <a:r>
                  <a:rPr lang="nl-NL" sz="1400" dirty="0"/>
                  <a:t>?</a:t>
                </a:r>
              </a:p>
            </p:txBody>
          </p:sp>
          <p:cxnSp>
            <p:nvCxnSpPr>
              <p:cNvPr id="40" name="Rechte verbindingslijn met pijl 33">
                <a:extLst>
                  <a:ext uri="{FF2B5EF4-FFF2-40B4-BE49-F238E27FC236}">
                    <a16:creationId xmlns:a16="http://schemas.microsoft.com/office/drawing/2014/main" id="{FD30D833-27D3-E595-57A2-21F801098D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94584" y="3924633"/>
                <a:ext cx="0" cy="5452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Rechte verbindingslijn met pijl 33">
              <a:extLst>
                <a:ext uri="{FF2B5EF4-FFF2-40B4-BE49-F238E27FC236}">
                  <a16:creationId xmlns:a16="http://schemas.microsoft.com/office/drawing/2014/main" id="{1FE7BD4D-C830-AB1F-E241-51E1DE60F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2041" y="3914956"/>
              <a:ext cx="0" cy="5577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Ovaal 10">
            <a:extLst>
              <a:ext uri="{FF2B5EF4-FFF2-40B4-BE49-F238E27FC236}">
                <a16:creationId xmlns:a16="http://schemas.microsoft.com/office/drawing/2014/main" id="{BDED1E8D-F349-9DDE-4638-81B712F606C0}"/>
              </a:ext>
            </a:extLst>
          </p:cNvPr>
          <p:cNvSpPr/>
          <p:nvPr/>
        </p:nvSpPr>
        <p:spPr>
          <a:xfrm>
            <a:off x="6127592" y="170099"/>
            <a:ext cx="1165272" cy="109307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dist="12700" dir="492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94" name="Afbeelding 11">
            <a:extLst>
              <a:ext uri="{FF2B5EF4-FFF2-40B4-BE49-F238E27FC236}">
                <a16:creationId xmlns:a16="http://schemas.microsoft.com/office/drawing/2014/main" id="{1A11A137-4170-F535-AC85-A0D9EC5D4C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449" y="322731"/>
            <a:ext cx="796921" cy="814397"/>
          </a:xfrm>
          <a:prstGeom prst="rect">
            <a:avLst/>
          </a:prstGeom>
        </p:spPr>
      </p:pic>
      <p:sp>
        <p:nvSpPr>
          <p:cNvPr id="95" name="Tekstvak 12">
            <a:extLst>
              <a:ext uri="{FF2B5EF4-FFF2-40B4-BE49-F238E27FC236}">
                <a16:creationId xmlns:a16="http://schemas.microsoft.com/office/drawing/2014/main" id="{94F19927-CC8A-D801-B9CA-6CCE9E90D2CA}"/>
              </a:ext>
            </a:extLst>
          </p:cNvPr>
          <p:cNvSpPr txBox="1"/>
          <p:nvPr/>
        </p:nvSpPr>
        <p:spPr>
          <a:xfrm>
            <a:off x="7428192" y="560652"/>
            <a:ext cx="2603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solidFill>
                  <a:srgbClr val="003A56"/>
                </a:solidFill>
              </a:rPr>
              <a:t>ASSOCIATION REGISTER</a:t>
            </a:r>
          </a:p>
        </p:txBody>
      </p:sp>
      <p:sp>
        <p:nvSpPr>
          <p:cNvPr id="107" name="Tekstvak 52">
            <a:extLst>
              <a:ext uri="{FF2B5EF4-FFF2-40B4-BE49-F238E27FC236}">
                <a16:creationId xmlns:a16="http://schemas.microsoft.com/office/drawing/2014/main" id="{6AC0903A-173A-20AF-F66F-54FC3FB01F6B}"/>
              </a:ext>
            </a:extLst>
          </p:cNvPr>
          <p:cNvSpPr txBox="1"/>
          <p:nvPr/>
        </p:nvSpPr>
        <p:spPr>
          <a:xfrm rot="19597172">
            <a:off x="2833335" y="2048655"/>
            <a:ext cx="2008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10. Access token</a:t>
            </a:r>
          </a:p>
        </p:txBody>
      </p:sp>
      <p:cxnSp>
        <p:nvCxnSpPr>
          <p:cNvPr id="108" name="Rechte verbindingslijn met pijl 34">
            <a:extLst>
              <a:ext uri="{FF2B5EF4-FFF2-40B4-BE49-F238E27FC236}">
                <a16:creationId xmlns:a16="http://schemas.microsoft.com/office/drawing/2014/main" id="{69CD06FB-3F8D-D797-F4AF-E44FDD4E689B}"/>
              </a:ext>
            </a:extLst>
          </p:cNvPr>
          <p:cNvCxnSpPr>
            <a:cxnSpLocks/>
          </p:cNvCxnSpPr>
          <p:nvPr/>
        </p:nvCxnSpPr>
        <p:spPr>
          <a:xfrm>
            <a:off x="7349863" y="999937"/>
            <a:ext cx="3430108" cy="2201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14570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80CCA73-DD23-453E-8548-3FDCF914E69C}" vid="{7297A9E0-F409-4053-B36C-D59C910F80D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3c024d-a014-476f-9378-882b66146b14">
      <Terms xmlns="http://schemas.microsoft.com/office/infopath/2007/PartnerControls"/>
    </lcf76f155ced4ddcb4097134ff3c332f>
    <TaxCatchAll xmlns="969530ec-3fef-429f-ac32-60fa67ee785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FC001D75D9DE4D9D9737801612DADE" ma:contentTypeVersion="12" ma:contentTypeDescription="Een nieuw document maken." ma:contentTypeScope="" ma:versionID="db1e7051be32868f9cd09eb72cb31da1">
  <xsd:schema xmlns:xsd="http://www.w3.org/2001/XMLSchema" xmlns:xs="http://www.w3.org/2001/XMLSchema" xmlns:p="http://schemas.microsoft.com/office/2006/metadata/properties" xmlns:ns2="c63c024d-a014-476f-9378-882b66146b14" xmlns:ns3="969530ec-3fef-429f-ac32-60fa67ee7853" targetNamespace="http://schemas.microsoft.com/office/2006/metadata/properties" ma:root="true" ma:fieldsID="59617d7cb242f31f1311bea8f8d65d4b" ns2:_="" ns3:_="">
    <xsd:import namespace="c63c024d-a014-476f-9378-882b66146b14"/>
    <xsd:import namespace="969530ec-3fef-429f-ac32-60fa67ee78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3c024d-a014-476f-9378-882b66146b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16a05b0d-25c6-4f09-abe2-ae10366c33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9530ec-3fef-429f-ac32-60fa67ee785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cbccf3-356f-4175-8af1-f20b135bb6e9}" ma:internalName="TaxCatchAll" ma:showField="CatchAllData" ma:web="969530ec-3fef-429f-ac32-60fa67ee78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D827330-71D3-439C-8B82-4FB5D6B5F2B8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969530ec-3fef-429f-ac32-60fa67ee7853"/>
    <ds:schemaRef ds:uri="http://purl.org/dc/elements/1.1/"/>
    <ds:schemaRef ds:uri="http://www.w3.org/XML/1998/namespace"/>
    <ds:schemaRef ds:uri="http://schemas.microsoft.com/office/infopath/2007/PartnerControls"/>
    <ds:schemaRef ds:uri="c63c024d-a014-476f-9378-882b66146b14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42339D6-7926-48CD-B1D3-7A900BBEAB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3c024d-a014-476f-9378-882b66146b14"/>
    <ds:schemaRef ds:uri="969530ec-3fef-429f-ac32-60fa67ee785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D00A4B-5E28-4A66-951C-72C533999CF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</TotalTime>
  <Words>105</Words>
  <Application>Microsoft Office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Kantoorthema</vt:lpstr>
      <vt:lpstr>4. Hoe werkt het distribueren van events/streams met open source technologie in een PoC opstelling samen met een authorization register?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Martine Broekman</dc:creator>
  <cp:lastModifiedBy>Achterberg, Chantal</cp:lastModifiedBy>
  <cp:revision>10</cp:revision>
  <dcterms:created xsi:type="dcterms:W3CDTF">2024-01-18T15:12:11Z</dcterms:created>
  <dcterms:modified xsi:type="dcterms:W3CDTF">2025-05-09T13:54:04Z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0x010100BEFC001D75D9DE4D9D9737801612DADE</vt:lpwstr>
  </property>
  <property fmtid="{D5CDD505-2E9C-101B-9397-08002B2CF9AE}" pid="3" name="MediaServiceImageTags">
    <vt:lpwstr/>
  </property>
</Properties>
</file>